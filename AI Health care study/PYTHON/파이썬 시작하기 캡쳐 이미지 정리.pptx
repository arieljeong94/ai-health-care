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38E9A-B471-4D7B-B896-36BA8B779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E74E7A-8619-43A6-86BA-310A03200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514C0-5E6F-44CB-B33A-0F07C71D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54762-F498-4A18-9881-9A2E52CA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1686B-01D4-4D45-A9EE-E70EC918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9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65D63-AD22-4DB4-B0B1-CE3C92A7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BFEA5-5A2C-41FC-8ED6-8FE13468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7B8B1-0CDA-434B-A949-14C6B92D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FAB819-51C2-4B4A-878E-2E619A09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C935C-AC5C-4E20-87DE-829836BD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49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1A75A-D634-4125-A082-DAA8E13C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F8995-9E98-4D77-913D-B03D6A3B8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2E3F-DE88-47E4-B1C1-E5CB6123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E3F6D-5E2F-4D21-A46C-4CC7A35D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16563-F842-4E2D-AB2A-67045038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1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7B3FD-24F9-4852-849A-9F356849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A02B30-86A5-4D6B-9C56-01BEC91FA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AC753E-26FF-431B-B28F-696A84327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B8BB9-0BAE-4B90-816B-B7BEC4A4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C0A2C1-6C35-49CF-B1B4-4BC3566A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9EBD21-7DED-441A-9AC4-EC0769C6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3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1AB21-C75F-4F91-BBAE-EFC4B774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F53AA-4866-4D4B-B4EA-44D99FC58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39B9C6-A8A9-48D3-99DA-495EABF61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9CC40E-575E-4301-93C3-A18340824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B94574-1292-429B-8E29-4715CB267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68F66F-4F08-41C7-9F2B-53F58FF0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6BE4E3-7223-49AB-804D-534FE37E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C3FB3A-C6F0-4438-A78A-CE74DC5E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07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DA251-A6FE-49CE-A71D-6FE2BF3F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D56145-1F3A-4A80-807F-2BAB4651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36270D-C318-4A91-8B2E-19B7CB1E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3D9685-B3C9-4388-A7ED-6A918590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60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55B031-5C9C-4B39-9210-8CF3154A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F5E709-0D8F-4BF7-8710-1FBADC0D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A1309-F829-4858-A683-067B47FC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7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6402D-F9B6-4380-A16C-E14DE827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12FBB6-B732-4EAB-AACE-EE3EB46C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B9A06-802A-4AA1-8628-E997771AC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3415F-6C5F-4D96-AF7F-E9388168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F6A55B-15A5-4BE2-8158-9983F565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EB023B-A10A-4454-B105-6D172793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4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70B9-F56C-4F8F-980D-64BA5082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DEB14F-1B07-45E8-8A51-5EC960383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864328-2AAB-47EB-97F3-10CFF52E7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B0E5AB-8330-450C-9C9F-D7954A60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8E7B16-DC84-4FC5-918E-D84C003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182B9E-7326-4ADD-8920-63C6D212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A8073-A567-44A1-9701-813C4D31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B58DA7-4FB3-4A4B-8DBE-FC038CDD6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129670-D3C0-4FA9-94CA-60DC7991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5C9BF-AEDF-4489-8610-11B7D9D2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0F1DB-4FAD-4B37-A749-4197045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41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03F3F9-9647-4228-9D7F-BC9E6AC3D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3AD1B9-9392-41A9-93E9-4D5D9616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653C9-3454-44CC-A893-9182F483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D4887-537A-42B0-8EF6-D21533A6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896792-27DD-47F6-86F9-89D93CBB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6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7FDCF2-45BC-423C-B85A-18B568A2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859802-C509-488D-84C9-BCD64A49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C3DEEB-A890-41BE-8D2D-2A8614E8B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6785-91F6-4C45-8ED8-2800EEF6D56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0ED3A-5973-485C-B711-6480110EA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BEE60-D81F-4CFB-A92E-46A2EBDB5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75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A6AA5542-837A-43DD-A130-B8527B22DA5C}"/>
              </a:ext>
            </a:extLst>
          </p:cNvPr>
          <p:cNvGrpSpPr/>
          <p:nvPr/>
        </p:nvGrpSpPr>
        <p:grpSpPr>
          <a:xfrm>
            <a:off x="0" y="0"/>
            <a:ext cx="11912600" cy="6851766"/>
            <a:chOff x="0" y="0"/>
            <a:chExt cx="11912600" cy="685176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7F8999B-6D9E-450A-A388-5926F6DC8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912600" cy="685176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CFDBB67-A513-4927-B945-1B4B95E93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48081"/>
              <a:ext cx="8178800" cy="2955603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3A615A2-190D-4AD2-B62A-02B1A313CCF4}"/>
                </a:ext>
              </a:extLst>
            </p:cNvPr>
            <p:cNvCxnSpPr/>
            <p:nvPr/>
          </p:nvCxnSpPr>
          <p:spPr>
            <a:xfrm>
              <a:off x="194733" y="2540000"/>
              <a:ext cx="21082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769408A-DE9A-4157-AAD3-87461A8A6F6F}"/>
                </a:ext>
              </a:extLst>
            </p:cNvPr>
            <p:cNvCxnSpPr>
              <a:cxnSpLocks/>
            </p:cNvCxnSpPr>
            <p:nvPr/>
          </p:nvCxnSpPr>
          <p:spPr>
            <a:xfrm>
              <a:off x="2709333" y="2540000"/>
              <a:ext cx="31496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957C4D0-4711-4194-AEFD-335A7EB5265F}"/>
                </a:ext>
              </a:extLst>
            </p:cNvPr>
            <p:cNvCxnSpPr>
              <a:cxnSpLocks/>
            </p:cNvCxnSpPr>
            <p:nvPr/>
          </p:nvCxnSpPr>
          <p:spPr>
            <a:xfrm>
              <a:off x="2302933" y="4538134"/>
              <a:ext cx="31496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95C7672-E75F-405B-AFDE-7095F6333C03}"/>
                </a:ext>
              </a:extLst>
            </p:cNvPr>
            <p:cNvSpPr/>
            <p:nvPr/>
          </p:nvSpPr>
          <p:spPr>
            <a:xfrm>
              <a:off x="211667" y="2587679"/>
              <a:ext cx="1656000" cy="774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276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F8001DF-FF1E-4BBD-9DE2-F63952F1485B}"/>
              </a:ext>
            </a:extLst>
          </p:cNvPr>
          <p:cNvGrpSpPr/>
          <p:nvPr/>
        </p:nvGrpSpPr>
        <p:grpSpPr>
          <a:xfrm>
            <a:off x="0" y="0"/>
            <a:ext cx="12192000" cy="6519333"/>
            <a:chOff x="0" y="0"/>
            <a:chExt cx="12192000" cy="651933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56EBA4E-3C61-4C70-A36C-601162C09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926667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20408D4-5592-4106-886E-981DDB9FBC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9" t="9858" r="18751" b="10143"/>
            <a:stretch/>
          </p:blipFill>
          <p:spPr>
            <a:xfrm>
              <a:off x="4216401" y="1778000"/>
              <a:ext cx="7620000" cy="474133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5956FD-F6BD-4058-ABD8-331D64EE9DD3}"/>
                </a:ext>
              </a:extLst>
            </p:cNvPr>
            <p:cNvSpPr/>
            <p:nvPr/>
          </p:nvSpPr>
          <p:spPr>
            <a:xfrm>
              <a:off x="4309533" y="6061478"/>
              <a:ext cx="889000" cy="3223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A84CF48-5784-4495-969A-14A6858D90C9}"/>
                </a:ext>
              </a:extLst>
            </p:cNvPr>
            <p:cNvSpPr/>
            <p:nvPr/>
          </p:nvSpPr>
          <p:spPr>
            <a:xfrm>
              <a:off x="939800" y="1201611"/>
              <a:ext cx="338667" cy="3223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615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3DC102-13C1-487D-A7AE-90486EBEF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35134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5AE99D-C116-46B0-86E7-C17E69CC6A91}"/>
              </a:ext>
            </a:extLst>
          </p:cNvPr>
          <p:cNvCxnSpPr>
            <a:cxnSpLocks/>
          </p:cNvCxnSpPr>
          <p:nvPr/>
        </p:nvCxnSpPr>
        <p:spPr>
          <a:xfrm>
            <a:off x="1744133" y="4089400"/>
            <a:ext cx="2082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88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5</cp:revision>
  <dcterms:created xsi:type="dcterms:W3CDTF">2025-12-10T10:50:01Z</dcterms:created>
  <dcterms:modified xsi:type="dcterms:W3CDTF">2025-12-10T12:26:01Z</dcterms:modified>
</cp:coreProperties>
</file>