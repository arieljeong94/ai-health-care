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38E9A-B471-4D7B-B896-36BA8B779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E74E7A-8619-43A6-86BA-310A03200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514C0-5E6F-44CB-B33A-0F07C71D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54762-F498-4A18-9881-9A2E52CA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1686B-01D4-4D45-A9EE-E70EC918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9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65D63-AD22-4DB4-B0B1-CE3C92A7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BFEA5-5A2C-41FC-8ED6-8FE13468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7B8B1-0CDA-434B-A949-14C6B92D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FAB819-51C2-4B4A-878E-2E619A09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C935C-AC5C-4E20-87DE-829836BD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49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1A75A-D634-4125-A082-DAA8E13C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F8995-9E98-4D77-913D-B03D6A3B8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72E3F-DE88-47E4-B1C1-E5CB6123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E3F6D-5E2F-4D21-A46C-4CC7A35D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A16563-F842-4E2D-AB2A-67045038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1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7B3FD-24F9-4852-849A-9F356849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A02B30-86A5-4D6B-9C56-01BEC91FA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AC753E-26FF-431B-B28F-696A84327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B8BB9-0BAE-4B90-816B-B7BEC4A4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C0A2C1-6C35-49CF-B1B4-4BC3566A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9EBD21-7DED-441A-9AC4-EC0769C6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53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1AB21-C75F-4F91-BBAE-EFC4B774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F53AA-4866-4D4B-B4EA-44D99FC58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39B9C6-A8A9-48D3-99DA-495EABF61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9CC40E-575E-4301-93C3-A18340824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B94574-1292-429B-8E29-4715CB267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68F66F-4F08-41C7-9F2B-53F58FF0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6BE4E3-7223-49AB-804D-534FE37E1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C3FB3A-C6F0-4438-A78A-CE74DC5E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07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DA251-A6FE-49CE-A71D-6FE2BF3F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D56145-1F3A-4A80-807F-2BAB4651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36270D-C318-4A91-8B2E-19B7CB1E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3D9685-B3C9-4388-A7ED-6A918590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60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55B031-5C9C-4B39-9210-8CF3154A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F5E709-0D8F-4BF7-8710-1FBADC0D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8A1309-F829-4858-A683-067B47FC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57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6402D-F9B6-4380-A16C-E14DE827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12FBB6-B732-4EAB-AACE-EE3EB46C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B9A06-802A-4AA1-8628-E997771AC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D3415F-6C5F-4D96-AF7F-E9388168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F6A55B-15A5-4BE2-8158-9983F565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EB023B-A10A-4454-B105-6D172793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4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70B9-F56C-4F8F-980D-64BA5082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DEB14F-1B07-45E8-8A51-5EC960383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864328-2AAB-47EB-97F3-10CFF52E7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B0E5AB-8330-450C-9C9F-D7954A60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8E7B16-DC84-4FC5-918E-D84C003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182B9E-7326-4ADD-8920-63C6D212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A8073-A567-44A1-9701-813C4D31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B58DA7-4FB3-4A4B-8DBE-FC038CDD6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129670-D3C0-4FA9-94CA-60DC7991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5C9BF-AEDF-4489-8610-11B7D9D2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0F1DB-4FAD-4B37-A749-4197045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41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03F3F9-9647-4228-9D7F-BC9E6AC3D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3AD1B9-9392-41A9-93E9-4D5D9616E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653C9-3454-44CC-A893-9182F483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D4887-537A-42B0-8EF6-D21533A6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896792-27DD-47F6-86F9-89D93CBB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6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7FDCF2-45BC-423C-B85A-18B568A2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859802-C509-488D-84C9-BCD64A496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C3DEEB-A890-41BE-8D2D-2A8614E8B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6785-91F6-4C45-8ED8-2800EEF6D56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0ED3A-5973-485C-B711-6480110EA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BEE60-D81F-4CFB-A92E-46A2EBDB5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4EA8C-0F10-443A-88E9-42DE741121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75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F50FD31-F37A-4A62-B32A-B1B1E5F98772}"/>
              </a:ext>
            </a:extLst>
          </p:cNvPr>
          <p:cNvGrpSpPr/>
          <p:nvPr/>
        </p:nvGrpSpPr>
        <p:grpSpPr>
          <a:xfrm>
            <a:off x="0" y="0"/>
            <a:ext cx="12192000" cy="3259699"/>
            <a:chOff x="0" y="0"/>
            <a:chExt cx="12192000" cy="325969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17BB29F-A58E-49CF-8003-B69E0F526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3259699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95C7672-E75F-405B-AFDE-7095F6333C03}"/>
                </a:ext>
              </a:extLst>
            </p:cNvPr>
            <p:cNvSpPr/>
            <p:nvPr/>
          </p:nvSpPr>
          <p:spPr>
            <a:xfrm>
              <a:off x="612262" y="1951952"/>
              <a:ext cx="3040662" cy="774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BD7CBC-4C2C-4247-A071-0F894D8F1532}"/>
                </a:ext>
              </a:extLst>
            </p:cNvPr>
            <p:cNvSpPr txBox="1"/>
            <p:nvPr/>
          </p:nvSpPr>
          <p:spPr>
            <a:xfrm>
              <a:off x="3652924" y="2448953"/>
              <a:ext cx="14456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type()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출력 결과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542F9D-C563-47DD-9125-5E48A022DBE4}"/>
                </a:ext>
              </a:extLst>
            </p:cNvPr>
            <p:cNvSpPr txBox="1"/>
            <p:nvPr/>
          </p:nvSpPr>
          <p:spPr>
            <a:xfrm>
              <a:off x="1921044" y="1978892"/>
              <a:ext cx="962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</a:rPr>
                <a:t>문자열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2E0B8B-FE2F-4249-A6E5-DF0A703A5CA5}"/>
                </a:ext>
              </a:extLst>
            </p:cNvPr>
            <p:cNvSpPr txBox="1"/>
            <p:nvPr/>
          </p:nvSpPr>
          <p:spPr>
            <a:xfrm>
              <a:off x="1921044" y="2128942"/>
              <a:ext cx="962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>
                  <a:solidFill>
                    <a:srgbClr val="FF0000"/>
                  </a:solidFill>
                </a:rPr>
                <a:t>정수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B5F241-39FD-477C-83CD-2A8E26029B7F}"/>
                </a:ext>
              </a:extLst>
            </p:cNvPr>
            <p:cNvSpPr txBox="1"/>
            <p:nvPr/>
          </p:nvSpPr>
          <p:spPr>
            <a:xfrm>
              <a:off x="1922495" y="2289018"/>
              <a:ext cx="962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</a:rPr>
                <a:t>실수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4B163A-CFD1-40E2-800E-D3D87ECBD564}"/>
                </a:ext>
              </a:extLst>
            </p:cNvPr>
            <p:cNvSpPr txBox="1"/>
            <p:nvPr/>
          </p:nvSpPr>
          <p:spPr>
            <a:xfrm>
              <a:off x="1921044" y="2464341"/>
              <a:ext cx="962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err="1">
                  <a:solidFill>
                    <a:srgbClr val="FF0000"/>
                  </a:solidFill>
                </a:rPr>
                <a:t>불리언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276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D82D0DCC-59E6-4FD0-843C-D361B7FB7ADE}"/>
              </a:ext>
            </a:extLst>
          </p:cNvPr>
          <p:cNvGrpSpPr/>
          <p:nvPr/>
        </p:nvGrpSpPr>
        <p:grpSpPr>
          <a:xfrm>
            <a:off x="0" y="0"/>
            <a:ext cx="12192000" cy="5605328"/>
            <a:chOff x="0" y="0"/>
            <a:chExt cx="12192000" cy="560532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05726AA-837D-4EE9-9765-ED327CE7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40879"/>
              <a:ext cx="12192000" cy="18288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FDB196C-D316-4423-8DCE-7F2DFE19F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769679"/>
              <a:ext cx="12192000" cy="183564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FC81774-5B90-4F25-92AD-BFCA2C893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94087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A84CF48-5784-4495-969A-14A6858D90C9}"/>
                </a:ext>
              </a:extLst>
            </p:cNvPr>
            <p:cNvSpPr/>
            <p:nvPr/>
          </p:nvSpPr>
          <p:spPr>
            <a:xfrm>
              <a:off x="736600" y="1642533"/>
              <a:ext cx="338667" cy="1947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FFC4A1C-538B-468A-9854-21C8E59EB268}"/>
                </a:ext>
              </a:extLst>
            </p:cNvPr>
            <p:cNvSpPr/>
            <p:nvPr/>
          </p:nvSpPr>
          <p:spPr>
            <a:xfrm>
              <a:off x="1219200" y="1155305"/>
              <a:ext cx="1464733" cy="1993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6AA6A31-5AEE-4C9B-89AA-26BA61ECDF06}"/>
                </a:ext>
              </a:extLst>
            </p:cNvPr>
            <p:cNvSpPr/>
            <p:nvPr/>
          </p:nvSpPr>
          <p:spPr>
            <a:xfrm>
              <a:off x="736600" y="1155305"/>
              <a:ext cx="414867" cy="1947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7B70D6D9-AD8C-43A9-BDF2-2ABAFD0F070B}"/>
                </a:ext>
              </a:extLst>
            </p:cNvPr>
            <p:cNvCxnSpPr/>
            <p:nvPr/>
          </p:nvCxnSpPr>
          <p:spPr>
            <a:xfrm flipH="1">
              <a:off x="1143000" y="1350039"/>
              <a:ext cx="414867" cy="1888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화살표: 오른쪽으로 구부러짐 16">
              <a:extLst>
                <a:ext uri="{FF2B5EF4-FFF2-40B4-BE49-F238E27FC236}">
                  <a16:creationId xmlns:a16="http://schemas.microsoft.com/office/drawing/2014/main" id="{D9F32E6C-7C7F-4B09-A74D-25B4F8A469EF}"/>
                </a:ext>
              </a:extLst>
            </p:cNvPr>
            <p:cNvSpPr/>
            <p:nvPr/>
          </p:nvSpPr>
          <p:spPr>
            <a:xfrm>
              <a:off x="491066" y="1218100"/>
              <a:ext cx="245534" cy="602233"/>
            </a:xfrm>
            <a:prstGeom prst="curved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CB0E16-1652-42B1-8BB9-E14EB52CAE80}"/>
                </a:ext>
              </a:extLst>
            </p:cNvPr>
            <p:cNvSpPr/>
            <p:nvPr/>
          </p:nvSpPr>
          <p:spPr>
            <a:xfrm>
              <a:off x="745067" y="3442676"/>
              <a:ext cx="948266" cy="1932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B2380C3-0810-4746-8225-7F76658C0FB0}"/>
                </a:ext>
              </a:extLst>
            </p:cNvPr>
            <p:cNvSpPr/>
            <p:nvPr/>
          </p:nvSpPr>
          <p:spPr>
            <a:xfrm>
              <a:off x="1219200" y="3114167"/>
              <a:ext cx="1092200" cy="1993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EF1E354-D307-467A-AC85-68CC108C1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034" y="3339064"/>
              <a:ext cx="283633" cy="1082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1B9AFB2-7F3D-4B8A-84D1-05E7B8DF8922}"/>
                </a:ext>
              </a:extLst>
            </p:cNvPr>
            <p:cNvSpPr/>
            <p:nvPr/>
          </p:nvSpPr>
          <p:spPr>
            <a:xfrm>
              <a:off x="719666" y="4942967"/>
              <a:ext cx="1447800" cy="1947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C4CAEEA2-5DB3-44DC-968A-A93C34442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567" y="5137701"/>
              <a:ext cx="283633" cy="1082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C130BD1-AA49-4678-8213-86705D673DA6}"/>
                </a:ext>
              </a:extLst>
            </p:cNvPr>
            <p:cNvSpPr/>
            <p:nvPr/>
          </p:nvSpPr>
          <p:spPr>
            <a:xfrm>
              <a:off x="706967" y="5271476"/>
              <a:ext cx="461434" cy="1932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1C1E80-0B35-4ED6-92EE-131D8A14946A}"/>
                </a:ext>
              </a:extLst>
            </p:cNvPr>
            <p:cNvSpPr txBox="1"/>
            <p:nvPr/>
          </p:nvSpPr>
          <p:spPr>
            <a:xfrm>
              <a:off x="4042391" y="1574305"/>
              <a:ext cx="3941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# print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불필요하게 중복 사용되어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None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이 출력됨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57A9D97-EBE1-4CF3-938C-0C75B8917C0B}"/>
                </a:ext>
              </a:extLst>
            </p:cNvPr>
            <p:cNvSpPr txBox="1"/>
            <p:nvPr/>
          </p:nvSpPr>
          <p:spPr>
            <a:xfrm>
              <a:off x="4643524" y="3425792"/>
              <a:ext cx="3941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# “”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때문에 텍스트 그대로 출력됨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8774D5-BBDE-41A9-B2A3-12C92D45C0CD}"/>
                </a:ext>
              </a:extLst>
            </p:cNvPr>
            <p:cNvSpPr txBox="1"/>
            <p:nvPr/>
          </p:nvSpPr>
          <p:spPr>
            <a:xfrm>
              <a:off x="4194791" y="5245941"/>
              <a:ext cx="3941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의도한대로 정상 출력된 모습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615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81334961-516C-40BB-BFA9-F6DB0B8A4E1C}"/>
              </a:ext>
            </a:extLst>
          </p:cNvPr>
          <p:cNvGrpSpPr/>
          <p:nvPr/>
        </p:nvGrpSpPr>
        <p:grpSpPr>
          <a:xfrm>
            <a:off x="0" y="0"/>
            <a:ext cx="12192000" cy="1438244"/>
            <a:chOff x="0" y="0"/>
            <a:chExt cx="12192000" cy="143824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5E219F4-6E27-4C15-92E6-C4AECD4F2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114176"/>
            </a:xfrm>
            <a:prstGeom prst="rect">
              <a:avLst/>
            </a:prstGeom>
          </p:spPr>
        </p:pic>
        <p:sp>
          <p:nvSpPr>
            <p:cNvPr id="11" name="오른쪽 중괄호 10">
              <a:extLst>
                <a:ext uri="{FF2B5EF4-FFF2-40B4-BE49-F238E27FC236}">
                  <a16:creationId xmlns:a16="http://schemas.microsoft.com/office/drawing/2014/main" id="{E937486B-1096-45B0-99B5-7B3558B3F562}"/>
                </a:ext>
              </a:extLst>
            </p:cNvPr>
            <p:cNvSpPr/>
            <p:nvPr/>
          </p:nvSpPr>
          <p:spPr>
            <a:xfrm>
              <a:off x="1871132" y="237908"/>
              <a:ext cx="180000" cy="486000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왼쪽 중괄호 11">
              <a:extLst>
                <a:ext uri="{FF2B5EF4-FFF2-40B4-BE49-F238E27FC236}">
                  <a16:creationId xmlns:a16="http://schemas.microsoft.com/office/drawing/2014/main" id="{D0B8C65E-C15B-4106-9A70-0DF189605A19}"/>
                </a:ext>
              </a:extLst>
            </p:cNvPr>
            <p:cNvSpPr/>
            <p:nvPr/>
          </p:nvSpPr>
          <p:spPr>
            <a:xfrm>
              <a:off x="524933" y="415508"/>
              <a:ext cx="180000" cy="486000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위로 굽음 12">
              <a:extLst>
                <a:ext uri="{FF2B5EF4-FFF2-40B4-BE49-F238E27FC236}">
                  <a16:creationId xmlns:a16="http://schemas.microsoft.com/office/drawing/2014/main" id="{60983BAF-761A-46F6-9A7E-5F8204EB3326}"/>
                </a:ext>
              </a:extLst>
            </p:cNvPr>
            <p:cNvSpPr/>
            <p:nvPr/>
          </p:nvSpPr>
          <p:spPr>
            <a:xfrm rot="5400000">
              <a:off x="269776" y="827476"/>
              <a:ext cx="707248" cy="381000"/>
            </a:xfrm>
            <a:prstGeom prst="bent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위로 굽음 13">
              <a:extLst>
                <a:ext uri="{FF2B5EF4-FFF2-40B4-BE49-F238E27FC236}">
                  <a16:creationId xmlns:a16="http://schemas.microsoft.com/office/drawing/2014/main" id="{99FDE5FB-6A5A-44E0-8FD2-1FDB73BA5363}"/>
                </a:ext>
              </a:extLst>
            </p:cNvPr>
            <p:cNvSpPr/>
            <p:nvPr/>
          </p:nvSpPr>
          <p:spPr>
            <a:xfrm rot="5400000">
              <a:off x="1896475" y="657197"/>
              <a:ext cx="707248" cy="381000"/>
            </a:xfrm>
            <a:prstGeom prst="bent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BC891C-BEB0-4FA8-95D5-017C2F7EDE20}"/>
                </a:ext>
              </a:extLst>
            </p:cNvPr>
            <p:cNvSpPr txBox="1"/>
            <p:nvPr/>
          </p:nvSpPr>
          <p:spPr>
            <a:xfrm>
              <a:off x="833033" y="1161245"/>
              <a:ext cx="1226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‘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정수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곱셈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357FF3-27CC-4B71-A502-106B6E37B3D1}"/>
                </a:ext>
              </a:extLst>
            </p:cNvPr>
            <p:cNvSpPr txBox="1"/>
            <p:nvPr/>
          </p:nvSpPr>
          <p:spPr>
            <a:xfrm>
              <a:off x="2449065" y="975675"/>
              <a:ext cx="14456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‘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문자열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반복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01ED3DA-29AD-4677-9B88-87862DBE0EC6}"/>
              </a:ext>
            </a:extLst>
          </p:cNvPr>
          <p:cNvGrpSpPr/>
          <p:nvPr/>
        </p:nvGrpSpPr>
        <p:grpSpPr>
          <a:xfrm>
            <a:off x="0" y="2085936"/>
            <a:ext cx="12192000" cy="1952070"/>
            <a:chOff x="0" y="2085936"/>
            <a:chExt cx="12192000" cy="195207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19D13E7-C286-4F88-9989-BDF3390F7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085936"/>
              <a:ext cx="12192000" cy="1607335"/>
            </a:xfrm>
            <a:prstGeom prst="rect">
              <a:avLst/>
            </a:prstGeom>
          </p:spPr>
        </p:pic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64BA6345-01EE-4845-8534-D825E699B76D}"/>
                </a:ext>
              </a:extLst>
            </p:cNvPr>
            <p:cNvSpPr/>
            <p:nvPr/>
          </p:nvSpPr>
          <p:spPr>
            <a:xfrm>
              <a:off x="533398" y="3015270"/>
              <a:ext cx="180000" cy="486000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화살표: 위로 굽음 17">
              <a:extLst>
                <a:ext uri="{FF2B5EF4-FFF2-40B4-BE49-F238E27FC236}">
                  <a16:creationId xmlns:a16="http://schemas.microsoft.com/office/drawing/2014/main" id="{216201A0-4146-4FBE-A823-53FFB976E26F}"/>
                </a:ext>
              </a:extLst>
            </p:cNvPr>
            <p:cNvSpPr/>
            <p:nvPr/>
          </p:nvSpPr>
          <p:spPr>
            <a:xfrm rot="5400000">
              <a:off x="278241" y="3427238"/>
              <a:ext cx="707248" cy="381000"/>
            </a:xfrm>
            <a:prstGeom prst="bent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화살표: 위로 굽음 18">
              <a:extLst>
                <a:ext uri="{FF2B5EF4-FFF2-40B4-BE49-F238E27FC236}">
                  <a16:creationId xmlns:a16="http://schemas.microsoft.com/office/drawing/2014/main" id="{3C6FF7EE-E0C8-4B67-A21F-433AB91DAA1C}"/>
                </a:ext>
              </a:extLst>
            </p:cNvPr>
            <p:cNvSpPr/>
            <p:nvPr/>
          </p:nvSpPr>
          <p:spPr>
            <a:xfrm rot="5400000">
              <a:off x="2923140" y="3236293"/>
              <a:ext cx="707248" cy="381000"/>
            </a:xfrm>
            <a:prstGeom prst="bent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1D95A3-7A2E-4A9A-A7CC-DF26C31B4384}"/>
                </a:ext>
              </a:extLst>
            </p:cNvPr>
            <p:cNvSpPr txBox="1"/>
            <p:nvPr/>
          </p:nvSpPr>
          <p:spPr>
            <a:xfrm>
              <a:off x="841497" y="3761007"/>
              <a:ext cx="13598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‘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문자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‘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정수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화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DF1C6E-46E7-4DBD-B1DB-5DA9D05A7D35}"/>
                </a:ext>
              </a:extLst>
            </p:cNvPr>
            <p:cNvSpPr txBox="1"/>
            <p:nvPr/>
          </p:nvSpPr>
          <p:spPr>
            <a:xfrm>
              <a:off x="3467263" y="3554771"/>
              <a:ext cx="14456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‘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정수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‘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문자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화</a:t>
              </a:r>
            </a:p>
          </p:txBody>
        </p:sp>
        <p:sp>
          <p:nvSpPr>
            <p:cNvPr id="22" name="오른쪽 중괄호 21">
              <a:extLst>
                <a:ext uri="{FF2B5EF4-FFF2-40B4-BE49-F238E27FC236}">
                  <a16:creationId xmlns:a16="http://schemas.microsoft.com/office/drawing/2014/main" id="{D9C2DA34-CF18-42EE-A9CB-4BC4D371D8F0}"/>
                </a:ext>
              </a:extLst>
            </p:cNvPr>
            <p:cNvSpPr/>
            <p:nvPr/>
          </p:nvSpPr>
          <p:spPr>
            <a:xfrm>
              <a:off x="2887132" y="2828790"/>
              <a:ext cx="180000" cy="486000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6B589A-B248-4CE1-9F35-82C47B8F80CB}"/>
                </a:ext>
              </a:extLst>
            </p:cNvPr>
            <p:cNvSpPr/>
            <p:nvPr/>
          </p:nvSpPr>
          <p:spPr>
            <a:xfrm>
              <a:off x="1913467" y="2710414"/>
              <a:ext cx="252000" cy="2367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BBA1017-FE49-4491-8E72-620C32EBAE1F}"/>
                </a:ext>
              </a:extLst>
            </p:cNvPr>
            <p:cNvSpPr/>
            <p:nvPr/>
          </p:nvSpPr>
          <p:spPr>
            <a:xfrm>
              <a:off x="1220302" y="2902606"/>
              <a:ext cx="252000" cy="2367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825C7A2-5575-4A60-B3C9-0BEAA90BC1B4}"/>
              </a:ext>
            </a:extLst>
          </p:cNvPr>
          <p:cNvGrpSpPr/>
          <p:nvPr/>
        </p:nvGrpSpPr>
        <p:grpSpPr>
          <a:xfrm>
            <a:off x="0" y="4665032"/>
            <a:ext cx="12192000" cy="1641406"/>
            <a:chOff x="0" y="4665032"/>
            <a:chExt cx="12192000" cy="164140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9E36C87-0D33-4E0A-B58E-1B5A0FC86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665032"/>
              <a:ext cx="12192000" cy="1641406"/>
            </a:xfrm>
            <a:prstGeom prst="rect">
              <a:avLst/>
            </a:prstGeom>
          </p:spPr>
        </p:pic>
        <p:sp>
          <p:nvSpPr>
            <p:cNvPr id="25" name="화살표: 아래로 구부러짐 24">
              <a:extLst>
                <a:ext uri="{FF2B5EF4-FFF2-40B4-BE49-F238E27FC236}">
                  <a16:creationId xmlns:a16="http://schemas.microsoft.com/office/drawing/2014/main" id="{DC58381F-512F-49DA-A10F-F03D14AC07CF}"/>
                </a:ext>
              </a:extLst>
            </p:cNvPr>
            <p:cNvSpPr/>
            <p:nvPr/>
          </p:nvSpPr>
          <p:spPr>
            <a:xfrm>
              <a:off x="965830" y="5181599"/>
              <a:ext cx="1396370" cy="15240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화살표: 위로 구부러짐 25">
              <a:extLst>
                <a:ext uri="{FF2B5EF4-FFF2-40B4-BE49-F238E27FC236}">
                  <a16:creationId xmlns:a16="http://schemas.microsoft.com/office/drawing/2014/main" id="{B6C9AAD7-1EF3-4870-BCB9-A19F0A3FB85F}"/>
                </a:ext>
              </a:extLst>
            </p:cNvPr>
            <p:cNvSpPr/>
            <p:nvPr/>
          </p:nvSpPr>
          <p:spPr>
            <a:xfrm>
              <a:off x="1580332" y="5485735"/>
              <a:ext cx="1396800" cy="151200"/>
            </a:xfrm>
            <a:prstGeom prst="curved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2CC8A2-A197-4383-878C-B1A575D20771}"/>
                </a:ext>
              </a:extLst>
            </p:cNvPr>
            <p:cNvSpPr/>
            <p:nvPr/>
          </p:nvSpPr>
          <p:spPr>
            <a:xfrm>
              <a:off x="713398" y="5958526"/>
              <a:ext cx="506904" cy="2367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2F01DA-B110-4E3B-B3E3-55A967493A5C}"/>
                </a:ext>
              </a:extLst>
            </p:cNvPr>
            <p:cNvSpPr txBox="1"/>
            <p:nvPr/>
          </p:nvSpPr>
          <p:spPr>
            <a:xfrm>
              <a:off x="1238331" y="5942111"/>
              <a:ext cx="14456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값 바꾸기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88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55</Words>
  <Application>Microsoft Office PowerPoint</Application>
  <PresentationFormat>와이드스크린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 Lee</dc:creator>
  <cp:lastModifiedBy>Jonghwan Lee</cp:lastModifiedBy>
  <cp:revision>9</cp:revision>
  <dcterms:created xsi:type="dcterms:W3CDTF">2025-12-10T10:50:01Z</dcterms:created>
  <dcterms:modified xsi:type="dcterms:W3CDTF">2025-12-11T12:04:29Z</dcterms:modified>
</cp:coreProperties>
</file>