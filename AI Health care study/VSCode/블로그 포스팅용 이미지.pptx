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6A1D3-4488-448D-9592-735597FA1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72B24C1-C30E-4214-AC44-E0A88935B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092602-E3E6-4CF7-A887-AFD7CF6F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7A1584-1460-47EE-8BDC-2992D96B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3387D5-2EE4-4614-A8EE-5C447023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35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35C95-3FB4-49F4-9EEE-3B9375CF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7E9DBC-8136-4493-92E1-FD10C0744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693A91-6F46-4400-8E85-874A3586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54E82B-93A0-4BDD-9B20-80C2BF985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0B8534-645C-49E0-A3C1-8FDAE0354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61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7F705-6674-4C26-AA49-682B474EE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AB20EC-62D7-4442-9A48-3452FF23C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6921AF-140E-4FA8-A2DE-B27E066EB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A1C2CC-0841-483C-A83A-A390DFA8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545347-3A44-4DC0-86B9-C033BEF9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84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63EBF-1976-49AD-978E-B315CCE3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782477-CE4B-473C-BB7F-5469A5EB5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5A4B32-B3E7-4E94-9C3B-71727A4B0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09E1FB-02D0-4C25-BAE1-616EC64D1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EA13F-3114-4EDB-96B4-EF46FC97F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B64EED-3DD9-48A5-9013-93F5213B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66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EC32D-10CE-445E-944B-46324005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F3EF0F-9D0C-464A-B129-EDED2D8E4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D50D30-0B64-400B-BD50-81D63A977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C98633-83D5-449A-B6B1-959CE33382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E942F5-2C07-4D90-B37F-503E0F101A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AD529B-B189-43D8-84E7-6C239044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75F9CD-19D3-46D8-813D-2A96384B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1A7678-E6E6-4626-A76F-CD06FFBC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304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D6BE9-1214-4A3D-BA70-27DE505F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A30352-71C8-4EC1-AC1D-D9A03A973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A295EB-59DA-45CD-9C26-6DD6F5EAE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00A790-9733-410F-8257-B7538A16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29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E4D135-03F9-4ED2-A67D-51CA0A3F3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8AC59CF-83C4-46D0-8170-5AA8DFD7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880735-A6EC-4DA1-AB7D-B41E1471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90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082164-BC8B-40E3-AEAC-C5ADC42AF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BF2BA1-91DF-46DB-B423-C0B5797A5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7F26AC-6B22-4CAE-9E4B-0BD83AA05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D34897-F46B-445F-8255-42B6E78F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06F22A-2CD6-47CD-AD4A-8C9DC7A8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D93528-BCE2-4F4B-9B81-FB601855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30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6CAFF-E813-4071-B742-65E9F735C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F784BBB-0C5D-4BB4-8C6D-E82E2857E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692DF8-8237-4A92-A83E-88A5A10A7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ECC649-8A6E-4B68-BE6E-93CA7F7A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E7B75C-A9B6-4E8F-BFEA-BB2BF1726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A5B1D-BFD5-439A-87E0-CD04CF45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814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CD367-E2AD-4917-BA03-251CA8D9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2C9AB6-D225-4B82-8636-C736B9E5C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1C91C-21C5-4D31-814A-0C51759A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189378-4A36-480D-BF91-EFF4AD1E3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69078E-5639-4F6A-8BAA-6FE40AEE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361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9952093-6096-4B79-8AFD-4E45F7B26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B37BFA-52E4-4278-8943-41CF38A00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C0046E-0222-4C36-8B75-9C4F8521E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3DF73A-7C30-4BE7-B449-77F4CE792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54070E-9F25-4223-A315-ED8979C6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242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6763E13-469E-4083-8518-F22BF3BAC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F43C18-4006-42F5-923B-2FD94F459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185CF-74D0-4498-93B9-743E071E3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677F8-110C-412E-B1A6-F45E882FEDD5}" type="datetimeFigureOut">
              <a:rPr lang="ko-KR" altLang="en-US" smtClean="0"/>
              <a:t>2025-12-03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0C9C30-F1A5-4BCA-9ACF-3000139C4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E23220-3599-4099-BBA8-A15F84B6B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973B8-BAF8-465F-BF7D-E7E988587B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63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54FF1417-F4CA-44D6-9E51-29A40A8B4E45}"/>
              </a:ext>
            </a:extLst>
          </p:cNvPr>
          <p:cNvGrpSpPr/>
          <p:nvPr/>
        </p:nvGrpSpPr>
        <p:grpSpPr>
          <a:xfrm>
            <a:off x="-2" y="1"/>
            <a:ext cx="12192002" cy="6869210"/>
            <a:chOff x="-2" y="1"/>
            <a:chExt cx="12192002" cy="686921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D51BD04-51A7-4FE0-861C-24A629D66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"/>
              <a:ext cx="6096001" cy="342900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04477E3-8E04-4B2F-B396-5799D8527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"/>
              <a:ext cx="6096000" cy="3429000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EC31D0A-C515-491C-8124-62AD41D9E133}"/>
                </a:ext>
              </a:extLst>
            </p:cNvPr>
            <p:cNvSpPr/>
            <p:nvPr/>
          </p:nvSpPr>
          <p:spPr>
            <a:xfrm>
              <a:off x="7078133" y="931334"/>
              <a:ext cx="5003800" cy="22351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539D907-3444-4CA9-AC12-7BD9143B5656}"/>
                </a:ext>
              </a:extLst>
            </p:cNvPr>
            <p:cNvSpPr/>
            <p:nvPr/>
          </p:nvSpPr>
          <p:spPr>
            <a:xfrm>
              <a:off x="4025899" y="2082798"/>
              <a:ext cx="503768" cy="36406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F6C995C-803C-4888-B3E8-137B44AE7F32}"/>
                </a:ext>
              </a:extLst>
            </p:cNvPr>
            <p:cNvSpPr/>
            <p:nvPr/>
          </p:nvSpPr>
          <p:spPr>
            <a:xfrm>
              <a:off x="7200899" y="592665"/>
              <a:ext cx="1104901" cy="19198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1BCB4E5-29A7-436B-8855-95E25A93E78B}"/>
                </a:ext>
              </a:extLst>
            </p:cNvPr>
            <p:cNvSpPr/>
            <p:nvPr/>
          </p:nvSpPr>
          <p:spPr>
            <a:xfrm>
              <a:off x="6095999" y="939802"/>
              <a:ext cx="872067" cy="17779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024207D0-5338-4146-AD49-52821D305423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 flipH="1">
              <a:off x="6968066" y="784654"/>
              <a:ext cx="550334" cy="24404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CB8B1A-BFBF-4AE5-8065-50C5DB5C8837}"/>
                </a:ext>
              </a:extLst>
            </p:cNvPr>
            <p:cNvSpPr txBox="1"/>
            <p:nvPr/>
          </p:nvSpPr>
          <p:spPr>
            <a:xfrm>
              <a:off x="7200899" y="937684"/>
              <a:ext cx="18711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FF0000"/>
                  </a:solidFill>
                  <a:latin typeface="Abadi" panose="020B0604020104020204" pitchFamily="34" charset="0"/>
                </a:rPr>
                <a:t>드래그해서 옮겨준다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E654086-79B6-4768-B2C0-3ECEFFC9E6F3}"/>
                </a:ext>
              </a:extLst>
            </p:cNvPr>
            <p:cNvSpPr txBox="1"/>
            <p:nvPr/>
          </p:nvSpPr>
          <p:spPr>
            <a:xfrm>
              <a:off x="4516963" y="2110943"/>
              <a:ext cx="18711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  <a:latin typeface="Abadi" panose="020B0604020104020204" pitchFamily="34" charset="0"/>
                </a:rPr>
                <a:t>OS </a:t>
              </a:r>
              <a:r>
                <a:rPr lang="ko-KR" altLang="en-US" sz="1200" b="1" dirty="0">
                  <a:solidFill>
                    <a:srgbClr val="FF0000"/>
                  </a:solidFill>
                  <a:latin typeface="Abadi" panose="020B0604020104020204" pitchFamily="34" charset="0"/>
                </a:rPr>
                <a:t>환경에 맞게 설치</a:t>
              </a:r>
              <a:r>
                <a:rPr lang="en-US" altLang="ko-KR" sz="1200" b="1" dirty="0">
                  <a:solidFill>
                    <a:srgbClr val="FF0000"/>
                  </a:solidFill>
                  <a:latin typeface="Abadi" panose="020B0604020104020204" pitchFamily="34" charset="0"/>
                </a:rPr>
                <a:t>!</a:t>
              </a:r>
              <a:endParaRPr lang="ko-KR" altLang="en-US" sz="1200" b="1" dirty="0">
                <a:solidFill>
                  <a:srgbClr val="FF0000"/>
                </a:solidFill>
                <a:latin typeface="Abadi" panose="020B0604020104020204" pitchFamily="34" charset="0"/>
              </a:endParaRPr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39AC20F7-7307-4B03-981C-FBCE654CE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" y="3440211"/>
              <a:ext cx="6096001" cy="342900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3A58B55-D782-4E42-BB91-4492B940E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5998" y="3428999"/>
              <a:ext cx="6096002" cy="3429000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81FEF2B-FCC3-4732-9F9D-82DE36B29513}"/>
                </a:ext>
              </a:extLst>
            </p:cNvPr>
            <p:cNvSpPr/>
            <p:nvPr/>
          </p:nvSpPr>
          <p:spPr>
            <a:xfrm>
              <a:off x="1244599" y="3451423"/>
              <a:ext cx="3598334" cy="37551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AE46083-DA69-4909-B1C4-82E1C960F9E5}"/>
                </a:ext>
              </a:extLst>
            </p:cNvPr>
            <p:cNvSpPr/>
            <p:nvPr/>
          </p:nvSpPr>
          <p:spPr>
            <a:xfrm>
              <a:off x="711200" y="4106334"/>
              <a:ext cx="5020733" cy="1667933"/>
            </a:xfrm>
            <a:prstGeom prst="rect">
              <a:avLst/>
            </a:prstGeom>
            <a:solidFill>
              <a:schemeClr val="tx1">
                <a:alpha val="8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F167C3C-A2B7-4FD3-AAA3-91FB0EA3CA02}"/>
                </a:ext>
              </a:extLst>
            </p:cNvPr>
            <p:cNvSpPr txBox="1"/>
            <p:nvPr/>
          </p:nvSpPr>
          <p:spPr>
            <a:xfrm>
              <a:off x="711200" y="4224621"/>
              <a:ext cx="52358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[option]</a:t>
              </a:r>
            </a:p>
            <a:p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ko-KR" altLang="en-US" sz="1200" b="1" dirty="0">
                  <a:solidFill>
                    <a:srgbClr val="FF0000"/>
                  </a:solidFill>
                </a:rPr>
                <a:t>①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View&gt;Command Palette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로 이동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.</a:t>
              </a:r>
            </a:p>
            <a:p>
              <a:r>
                <a:rPr lang="ko-KR" altLang="en-US" sz="1200" b="1" dirty="0">
                  <a:solidFill>
                    <a:srgbClr val="FF0000"/>
                  </a:solidFill>
                </a:rPr>
                <a:t>②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Shell Command: Install ‘code’ command in PATH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명령을 실행하여</a:t>
              </a:r>
              <a:br>
                <a:rPr lang="en-US" altLang="ko-KR" sz="1200" b="1" dirty="0">
                  <a:solidFill>
                    <a:srgbClr val="FF0000"/>
                  </a:solidFill>
                </a:rPr>
              </a:br>
              <a:r>
                <a:rPr lang="ko-KR" altLang="en-US" sz="1200" b="1" dirty="0">
                  <a:solidFill>
                    <a:srgbClr val="FF0000"/>
                  </a:solidFill>
                </a:rPr>
                <a:t>터미널에서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‘code’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명령어로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Visual Studio Code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를 실행할 수 있다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.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 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5D6CCB7-7566-4036-9ABD-3ECEB3BF06DF}"/>
                </a:ext>
              </a:extLst>
            </p:cNvPr>
            <p:cNvSpPr/>
            <p:nvPr/>
          </p:nvSpPr>
          <p:spPr>
            <a:xfrm>
              <a:off x="6290733" y="6382375"/>
              <a:ext cx="1811867" cy="13695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8F1F275-50C7-4F5B-BF74-88BDCD13DCDD}"/>
                </a:ext>
              </a:extLst>
            </p:cNvPr>
            <p:cNvSpPr/>
            <p:nvPr/>
          </p:nvSpPr>
          <p:spPr>
            <a:xfrm>
              <a:off x="6095998" y="6526306"/>
              <a:ext cx="194736" cy="23009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A7DCC44-DB7B-4C3B-81D2-5E8AE2671907}"/>
                </a:ext>
              </a:extLst>
            </p:cNvPr>
            <p:cNvSpPr/>
            <p:nvPr/>
          </p:nvSpPr>
          <p:spPr>
            <a:xfrm>
              <a:off x="7874000" y="4351867"/>
              <a:ext cx="2565400" cy="13695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BBEAF09-9654-431C-804D-BEC8A1D02269}"/>
                </a:ext>
              </a:extLst>
            </p:cNvPr>
            <p:cNvSpPr txBox="1"/>
            <p:nvPr/>
          </p:nvSpPr>
          <p:spPr>
            <a:xfrm>
              <a:off x="8136466" y="5774267"/>
              <a:ext cx="32173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[option]</a:t>
              </a:r>
            </a:p>
            <a:p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ko-KR" altLang="en-US" sz="1200" b="1" dirty="0">
                  <a:solidFill>
                    <a:srgbClr val="FF0000"/>
                  </a:solidFill>
                </a:rPr>
                <a:t>① 설정 아이콘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&gt;Themes&gt;Color Theme</a:t>
              </a:r>
            </a:p>
            <a:p>
              <a:r>
                <a:rPr lang="ko-KR" altLang="en-US" sz="1200" b="1" dirty="0">
                  <a:solidFill>
                    <a:srgbClr val="FF0000"/>
                  </a:solidFill>
                </a:rPr>
                <a:t>② 원하는 컬러로 테마를 바꿀 수 있다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.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9217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BE7DE8EC-1BAA-4F08-9F86-80F4CB3783E0}"/>
              </a:ext>
            </a:extLst>
          </p:cNvPr>
          <p:cNvGrpSpPr/>
          <p:nvPr/>
        </p:nvGrpSpPr>
        <p:grpSpPr>
          <a:xfrm>
            <a:off x="0" y="0"/>
            <a:ext cx="6096001" cy="3429000"/>
            <a:chOff x="0" y="0"/>
            <a:chExt cx="6096001" cy="34290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047CD49-A092-4C80-A28D-26429693F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0"/>
              <a:ext cx="6096000" cy="3429000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4F4C1A7-F2CE-41C2-A0E6-25B64A8FD096}"/>
                </a:ext>
              </a:extLst>
            </p:cNvPr>
            <p:cNvSpPr/>
            <p:nvPr/>
          </p:nvSpPr>
          <p:spPr>
            <a:xfrm>
              <a:off x="0" y="965201"/>
              <a:ext cx="186267" cy="2201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AB222F0-D9AB-412A-B8DC-25D5575C01FD}"/>
                </a:ext>
              </a:extLst>
            </p:cNvPr>
            <p:cNvSpPr/>
            <p:nvPr/>
          </p:nvSpPr>
          <p:spPr>
            <a:xfrm>
              <a:off x="296333" y="304802"/>
              <a:ext cx="1126067" cy="13546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4E82DB2-D8F5-4817-9621-A93B6256EEAF}"/>
                </a:ext>
              </a:extLst>
            </p:cNvPr>
            <p:cNvSpPr/>
            <p:nvPr/>
          </p:nvSpPr>
          <p:spPr>
            <a:xfrm>
              <a:off x="2429933" y="770467"/>
              <a:ext cx="304801" cy="14393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F5A67380-D023-4B7F-8843-28C1482DF0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267" y="440268"/>
              <a:ext cx="482600" cy="6349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E38B248B-A80E-45BA-B2BC-6E1085DFCA86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1422400" y="372535"/>
              <a:ext cx="1007533" cy="4698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6444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64</Words>
  <Application>Microsoft Office PowerPoint</Application>
  <PresentationFormat>와이드스크린</PresentationFormat>
  <Paragraphs>10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Abadi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Jonghwan Lee</dc:creator>
  <cp:lastModifiedBy>Jonghwan Lee</cp:lastModifiedBy>
  <cp:revision>6</cp:revision>
  <dcterms:created xsi:type="dcterms:W3CDTF">2025-12-02T15:26:28Z</dcterms:created>
  <dcterms:modified xsi:type="dcterms:W3CDTF">2025-12-02T20:12:58Z</dcterms:modified>
</cp:coreProperties>
</file>