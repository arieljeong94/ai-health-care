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BE"/>
    <a:srgbClr val="FFFFFF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B26C9-8B07-44E3-8941-941556CE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1D531C-6D5D-40D1-B98D-0907C7810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C53375-BEB7-4057-86BF-A2FAF26D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D0952-48FB-4ECE-9367-707DAE30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A9CF8-DE11-461B-8F2B-D0D30279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92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586BB-9433-42FF-BBDB-FD99860C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9664D-A5D4-43E2-95EC-788BE0031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53FAA-DF75-475B-A18A-2209F51F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78D566-E706-4205-87D4-A391F729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B7059C-7E19-4437-9454-8508946C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08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22660-2436-4D2D-89A4-9595B45B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09ED6C-89B2-4DFF-B601-BDE0E9AF1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DC211-B830-48D8-BC32-FA15A711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104E4-7D90-4F77-9294-4D3AB698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3952CE-19A7-4C7E-A8A9-05501D48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98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3D21E-405C-4D93-BEA5-D12FEEB9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137FBB-4EF8-4B48-A384-F09A741E4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A3D4C6-3CE7-4A4A-93A7-9BEA66A19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F191DC-F40C-4AC8-A28F-002436BA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A8F133-5114-4042-BA6F-403FA47F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2F8F93-B1A8-4DA5-A762-43DBB1C4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78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7975E-C788-4D34-B675-46A38B8E6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499AB0-A686-4086-902B-F9EA931C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B65DA9-041B-40D9-B502-250A2F062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67F62F-C7D5-441B-87CE-8E58B078D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3B67DB-1714-497F-96BD-DD5800F75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110E42-F508-4439-9FB0-01CC3A1F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EC36D3-0684-4F36-B5A0-B9BC2D7F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24AF99-2FDE-41EB-8623-89F89A94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05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D0BF6-89F0-484F-B696-0436CD62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51071E-1B1C-4E3B-849A-D66A8E9F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7202D4-000D-4E7A-9D93-3A2716EF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A5032-408F-4937-9FED-D8F8DFFA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29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925235-61B6-4A2B-908F-BE622E70C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EF0AA6-067D-4DC9-A88D-562AA8F3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0D8CFA-5994-4787-AA5A-A72CF6F7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11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7C497-513B-407E-B043-C009C5FE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981AE3-A2AA-4C5C-85FB-5590EF71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A2CA3A-3E3E-40C4-8DC1-4341147F9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B0F01E-4318-4901-B814-42FD7041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46FA80-72DA-4EAB-8F8C-70615220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0F2FDD-7607-411C-94E3-4A7CE209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20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5C86C-EEAE-4B62-868A-DB642891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3B7363-377D-4440-9E5A-F6711FC20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40D3B5-045B-49A9-9C5F-FBAFC6F5D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9B5B70-313F-49FA-B362-F89312FE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5E9981-433D-4904-8CB3-19248737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9C38A8-A57F-49D1-880D-90A89341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68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672F2-7C49-4E05-8EDB-AF8F0D3A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07DD64-E8A2-442E-A850-4300C3DB4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6450F-86D7-49B5-B112-62434C7E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4C54C-1543-449B-934F-95CA9A59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E8F48-E289-42F8-9657-352EE05C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26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60A033-B40D-4A6E-8CFB-1A13CC74B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473AC-B0BD-4E34-B747-8375DC79A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4DAB6-222D-4AA3-8DEF-D98A7875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1B5458-8882-4F74-83AF-43E0E399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063B7-503D-4704-A0ED-5A836D09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7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4DBC3F-1171-4971-BEC5-BC754E41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93FFF5-EC3B-47F9-B91D-B589AFF08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14765-23AF-47DB-A444-7506E46AA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7DC5-4659-41A7-8E72-50115BE9D70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2FDB1-88F7-4E23-99E7-FA1F6844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A59A2-EE1A-4508-A4F7-5987AE1EE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67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C7CCDD25-99A6-4662-AC9E-2DD131D9BF02}"/>
              </a:ext>
            </a:extLst>
          </p:cNvPr>
          <p:cNvGrpSpPr/>
          <p:nvPr/>
        </p:nvGrpSpPr>
        <p:grpSpPr>
          <a:xfrm>
            <a:off x="383392" y="212407"/>
            <a:ext cx="5649113" cy="4553585"/>
            <a:chOff x="383392" y="212407"/>
            <a:chExt cx="5649113" cy="455358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296C7D0-9B33-42E7-8CFC-14C045A02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392" y="212407"/>
              <a:ext cx="5649113" cy="4553585"/>
            </a:xfrm>
            <a:prstGeom prst="rect">
              <a:avLst/>
            </a:prstGeom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DCAA7A7-537D-49FB-BDD3-05DCE7BFEE62}"/>
                </a:ext>
              </a:extLst>
            </p:cNvPr>
            <p:cNvCxnSpPr>
              <a:cxnSpLocks/>
            </p:cNvCxnSpPr>
            <p:nvPr/>
          </p:nvCxnSpPr>
          <p:spPr>
            <a:xfrm>
              <a:off x="446898" y="2429934"/>
              <a:ext cx="487863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C5D0E7D1-D769-46DB-B526-1C55207F35B8}"/>
                </a:ext>
              </a:extLst>
            </p:cNvPr>
            <p:cNvCxnSpPr>
              <a:cxnSpLocks/>
            </p:cNvCxnSpPr>
            <p:nvPr/>
          </p:nvCxnSpPr>
          <p:spPr>
            <a:xfrm>
              <a:off x="455365" y="1938867"/>
              <a:ext cx="459923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0791A8B4-F7DB-48A5-9283-A9FC1D09675C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2175934"/>
              <a:ext cx="510539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589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501A103F-302E-4C62-84D6-1DC50CD9784D}"/>
              </a:ext>
            </a:extLst>
          </p:cNvPr>
          <p:cNvGrpSpPr/>
          <p:nvPr/>
        </p:nvGrpSpPr>
        <p:grpSpPr>
          <a:xfrm>
            <a:off x="0" y="0"/>
            <a:ext cx="12192000" cy="5388975"/>
            <a:chOff x="0" y="0"/>
            <a:chExt cx="12192000" cy="538897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2B05E3C-B07F-4A8E-9AD7-18C657D40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388975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72D64DC-1CF6-4381-B644-B16F69245B13}"/>
                </a:ext>
              </a:extLst>
            </p:cNvPr>
            <p:cNvSpPr/>
            <p:nvPr/>
          </p:nvSpPr>
          <p:spPr>
            <a:xfrm>
              <a:off x="6123818" y="821267"/>
              <a:ext cx="6068181" cy="45677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62D630-0C64-460C-B439-F3A134FD698A}"/>
                </a:ext>
              </a:extLst>
            </p:cNvPr>
            <p:cNvSpPr txBox="1"/>
            <p:nvPr/>
          </p:nvSpPr>
          <p:spPr>
            <a:xfrm>
              <a:off x="10566399" y="5111976"/>
              <a:ext cx="1625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미리보기 화면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3DC0FB-8949-4C37-A536-F604C0514AC0}"/>
                </a:ext>
              </a:extLst>
            </p:cNvPr>
            <p:cNvSpPr txBox="1"/>
            <p:nvPr/>
          </p:nvSpPr>
          <p:spPr>
            <a:xfrm>
              <a:off x="2532024" y="4006339"/>
              <a:ext cx="1807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err="1">
                  <a:solidFill>
                    <a:srgbClr val="FF0000"/>
                  </a:solidFill>
                </a:rPr>
                <a:t>볼드체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 지정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962050D-EAA9-4883-B6C4-9569E8E5D3AC}"/>
                </a:ext>
              </a:extLst>
            </p:cNvPr>
            <p:cNvSpPr/>
            <p:nvPr/>
          </p:nvSpPr>
          <p:spPr>
            <a:xfrm>
              <a:off x="694264" y="639598"/>
              <a:ext cx="4548295" cy="82942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E70649B-5788-44E4-8845-009A28E882B7}"/>
                </a:ext>
              </a:extLst>
            </p:cNvPr>
            <p:cNvSpPr/>
            <p:nvPr/>
          </p:nvSpPr>
          <p:spPr>
            <a:xfrm>
              <a:off x="6187930" y="1054312"/>
              <a:ext cx="1807024" cy="4147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B31002-3F06-4262-B3BD-34B252C64192}"/>
                </a:ext>
              </a:extLst>
            </p:cNvPr>
            <p:cNvSpPr txBox="1"/>
            <p:nvPr/>
          </p:nvSpPr>
          <p:spPr>
            <a:xfrm>
              <a:off x="2355812" y="1831624"/>
              <a:ext cx="16951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하이퍼링크 색 지정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E87B438-ACAC-437F-971D-A6CCB8B4CF5A}"/>
                </a:ext>
              </a:extLst>
            </p:cNvPr>
            <p:cNvSpPr/>
            <p:nvPr/>
          </p:nvSpPr>
          <p:spPr>
            <a:xfrm>
              <a:off x="694264" y="1633428"/>
              <a:ext cx="4548295" cy="10084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F5B7FA4-8326-4F90-A50B-84813AFEC73D}"/>
                </a:ext>
              </a:extLst>
            </p:cNvPr>
            <p:cNvSpPr/>
            <p:nvPr/>
          </p:nvSpPr>
          <p:spPr>
            <a:xfrm>
              <a:off x="694264" y="2841663"/>
              <a:ext cx="4548295" cy="82942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182176E-C9A0-416C-B83D-D7B6DBC5B8CE}"/>
                </a:ext>
              </a:extLst>
            </p:cNvPr>
            <p:cNvSpPr/>
            <p:nvPr/>
          </p:nvSpPr>
          <p:spPr>
            <a:xfrm>
              <a:off x="694264" y="3860556"/>
              <a:ext cx="4548295" cy="82942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10872CAA-B6D2-4150-B55D-C4F28333183F}"/>
                </a:ext>
              </a:extLst>
            </p:cNvPr>
            <p:cNvCxnSpPr/>
            <p:nvPr/>
          </p:nvCxnSpPr>
          <p:spPr>
            <a:xfrm>
              <a:off x="5242559" y="714103"/>
              <a:ext cx="881259" cy="21771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24D0BE46-BA8C-49AC-9BE4-8DE509AE1F5B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5242558" y="1261669"/>
              <a:ext cx="945372" cy="5944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6F54F98-4FE9-4897-BE4D-0E5AA581F37C}"/>
                </a:ext>
              </a:extLst>
            </p:cNvPr>
            <p:cNvSpPr/>
            <p:nvPr/>
          </p:nvSpPr>
          <p:spPr>
            <a:xfrm>
              <a:off x="6349039" y="1648718"/>
              <a:ext cx="3106912" cy="154075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A49F092-6B0B-4B4F-97BE-557187125E3F}"/>
                </a:ext>
              </a:extLst>
            </p:cNvPr>
            <p:cNvSpPr/>
            <p:nvPr/>
          </p:nvSpPr>
          <p:spPr>
            <a:xfrm>
              <a:off x="6441173" y="2748468"/>
              <a:ext cx="1457501" cy="3256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932D53C5-A436-4E04-A581-F98A16AD22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558" y="2518498"/>
              <a:ext cx="1106480" cy="65124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6C53ADF7-A872-4DD5-ACE3-CBFD5608A80A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 flipV="1">
              <a:off x="5245139" y="2911297"/>
              <a:ext cx="1196034" cy="11313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B8F12F5-08D6-4543-906D-79DCED0EEB9A}"/>
                </a:ext>
              </a:extLst>
            </p:cNvPr>
            <p:cNvSpPr txBox="1"/>
            <p:nvPr/>
          </p:nvSpPr>
          <p:spPr>
            <a:xfrm>
              <a:off x="2355812" y="2979377"/>
              <a:ext cx="1807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폰트 </a:t>
              </a:r>
              <a:r>
                <a:rPr lang="ko-KR" altLang="en-US" sz="1200" b="1">
                  <a:solidFill>
                    <a:srgbClr val="FF0000"/>
                  </a:solidFill>
                </a:rPr>
                <a:t>사이즈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18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픽셀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521F0E-356D-4047-B7C9-EBBFAC545CB7}"/>
                </a:ext>
              </a:extLst>
            </p:cNvPr>
            <p:cNvSpPr txBox="1"/>
            <p:nvPr/>
          </p:nvSpPr>
          <p:spPr>
            <a:xfrm>
              <a:off x="2691092" y="3219066"/>
              <a:ext cx="1807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아래 </a:t>
              </a:r>
              <a:r>
                <a:rPr lang="ko-KR" altLang="en-US" sz="1200" b="1">
                  <a:solidFill>
                    <a:srgbClr val="FF0000"/>
                  </a:solidFill>
                </a:rPr>
                <a:t>마진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10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픽셀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A065B37-D0B0-41BD-BC7C-CBF06712D20C}"/>
                </a:ext>
              </a:extLst>
            </p:cNvPr>
            <p:cNvSpPr txBox="1"/>
            <p:nvPr/>
          </p:nvSpPr>
          <p:spPr>
            <a:xfrm>
              <a:off x="3315479" y="808615"/>
              <a:ext cx="1807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배경색 지정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28ABD50-C2B0-41E0-AD8D-56A4EE34A2B4}"/>
                </a:ext>
              </a:extLst>
            </p:cNvPr>
            <p:cNvSpPr txBox="1"/>
            <p:nvPr/>
          </p:nvSpPr>
          <p:spPr>
            <a:xfrm>
              <a:off x="2592051" y="1029316"/>
              <a:ext cx="1807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폰트 지정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F9D32D9-2AFB-477B-AE11-46AFE369207A}"/>
                </a:ext>
              </a:extLst>
            </p:cNvPr>
            <p:cNvSpPr txBox="1"/>
            <p:nvPr/>
          </p:nvSpPr>
          <p:spPr>
            <a:xfrm>
              <a:off x="3439224" y="2029820"/>
              <a:ext cx="18300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하이퍼링크 배경색 지정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04397D4-F655-46E6-AD45-77B93A3B6ACE}"/>
                </a:ext>
              </a:extLst>
            </p:cNvPr>
            <p:cNvSpPr txBox="1"/>
            <p:nvPr/>
          </p:nvSpPr>
          <p:spPr>
            <a:xfrm>
              <a:off x="2838818" y="2236733"/>
              <a:ext cx="923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>
                  <a:solidFill>
                    <a:srgbClr val="FF0000"/>
                  </a:solidFill>
                </a:rPr>
                <a:t>밑줄 제거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097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2C6005-8849-420C-8311-2D3E23A235D1}"/>
              </a:ext>
            </a:extLst>
          </p:cNvPr>
          <p:cNvGrpSpPr/>
          <p:nvPr/>
        </p:nvGrpSpPr>
        <p:grpSpPr>
          <a:xfrm>
            <a:off x="0" y="1"/>
            <a:ext cx="12192000" cy="6400800"/>
            <a:chOff x="0" y="1"/>
            <a:chExt cx="12192000" cy="64008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CDDB3C4-8E5D-483B-84EE-D2C6F8B2B8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776"/>
            <a:stretch/>
          </p:blipFill>
          <p:spPr>
            <a:xfrm>
              <a:off x="0" y="1"/>
              <a:ext cx="12192000" cy="21336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E9330A1-E8A1-41DE-B93F-E0B8401B1E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84"/>
            <a:stretch/>
          </p:blipFill>
          <p:spPr>
            <a:xfrm>
              <a:off x="0" y="2133601"/>
              <a:ext cx="12192000" cy="2133600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B88825A-17E8-483E-8C06-F4549D580C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473"/>
            <a:stretch/>
          </p:blipFill>
          <p:spPr>
            <a:xfrm>
              <a:off x="0" y="4267201"/>
              <a:ext cx="12192000" cy="2133600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F6910BF-D85A-43A5-AA8B-EB03F453DDD7}"/>
                </a:ext>
              </a:extLst>
            </p:cNvPr>
            <p:cNvSpPr/>
            <p:nvPr/>
          </p:nvSpPr>
          <p:spPr>
            <a:xfrm>
              <a:off x="753531" y="825865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4249741-5DBE-4F27-9BC7-29391C06E86C}"/>
                </a:ext>
              </a:extLst>
            </p:cNvPr>
            <p:cNvSpPr/>
            <p:nvPr/>
          </p:nvSpPr>
          <p:spPr>
            <a:xfrm>
              <a:off x="753531" y="2959465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7D401B7-081C-479A-8CD7-88012DF692EE}"/>
                </a:ext>
              </a:extLst>
            </p:cNvPr>
            <p:cNvSpPr/>
            <p:nvPr/>
          </p:nvSpPr>
          <p:spPr>
            <a:xfrm>
              <a:off x="753531" y="3183466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235283E-CF40-4B3D-96D0-6D3A1577C323}"/>
                </a:ext>
              </a:extLst>
            </p:cNvPr>
            <p:cNvSpPr/>
            <p:nvPr/>
          </p:nvSpPr>
          <p:spPr>
            <a:xfrm>
              <a:off x="753531" y="5317066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오른쪽 대괄호 27">
              <a:extLst>
                <a:ext uri="{FF2B5EF4-FFF2-40B4-BE49-F238E27FC236}">
                  <a16:creationId xmlns:a16="http://schemas.microsoft.com/office/drawing/2014/main" id="{7FF3FD6D-6B50-422E-AAED-A1110095C8DE}"/>
                </a:ext>
              </a:extLst>
            </p:cNvPr>
            <p:cNvSpPr/>
            <p:nvPr/>
          </p:nvSpPr>
          <p:spPr>
            <a:xfrm>
              <a:off x="2159001" y="947298"/>
              <a:ext cx="279399" cy="2133601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오른쪽 대괄호 35">
              <a:extLst>
                <a:ext uri="{FF2B5EF4-FFF2-40B4-BE49-F238E27FC236}">
                  <a16:creationId xmlns:a16="http://schemas.microsoft.com/office/drawing/2014/main" id="{4058B77E-8A7C-4ABF-B830-92FC93A92225}"/>
                </a:ext>
              </a:extLst>
            </p:cNvPr>
            <p:cNvSpPr/>
            <p:nvPr/>
          </p:nvSpPr>
          <p:spPr>
            <a:xfrm>
              <a:off x="2167468" y="3295465"/>
              <a:ext cx="279399" cy="2133601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왼쪽 대괄호 36">
              <a:extLst>
                <a:ext uri="{FF2B5EF4-FFF2-40B4-BE49-F238E27FC236}">
                  <a16:creationId xmlns:a16="http://schemas.microsoft.com/office/drawing/2014/main" id="{41C0231A-3E97-4F3D-BFAE-38BAB3EC8141}"/>
                </a:ext>
              </a:extLst>
            </p:cNvPr>
            <p:cNvSpPr/>
            <p:nvPr/>
          </p:nvSpPr>
          <p:spPr>
            <a:xfrm>
              <a:off x="5960533" y="5247404"/>
              <a:ext cx="448734" cy="1001364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34389E35-EEA5-4695-ADF8-E1B7232EFD5E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2446867" y="4267201"/>
              <a:ext cx="3513666" cy="148088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5E787A-AD41-4DFB-80D5-62CB3AF0309C}"/>
                </a:ext>
              </a:extLst>
            </p:cNvPr>
            <p:cNvSpPr txBox="1"/>
            <p:nvPr/>
          </p:nvSpPr>
          <p:spPr>
            <a:xfrm>
              <a:off x="10566400" y="6123802"/>
              <a:ext cx="1625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미리보기 화면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C553A52-1C1B-424A-A563-05E0B54777A8}"/>
                </a:ext>
              </a:extLst>
            </p:cNvPr>
            <p:cNvSpPr txBox="1"/>
            <p:nvPr/>
          </p:nvSpPr>
          <p:spPr>
            <a:xfrm>
              <a:off x="3242732" y="5152067"/>
              <a:ext cx="13546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>
                  <a:solidFill>
                    <a:srgbClr val="FF0000"/>
                  </a:solidFill>
                </a:rPr>
                <a:t>박스 높이 변화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E226680-6616-46B5-81BD-2B3598474041}"/>
                </a:ext>
              </a:extLst>
            </p:cNvPr>
            <p:cNvSpPr txBox="1"/>
            <p:nvPr/>
          </p:nvSpPr>
          <p:spPr>
            <a:xfrm>
              <a:off x="4605865" y="2064270"/>
              <a:ext cx="13546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박스 너비 변화</a:t>
              </a:r>
            </a:p>
          </p:txBody>
        </p:sp>
        <p:sp>
          <p:nvSpPr>
            <p:cNvPr id="43" name="오른쪽 대괄호 42">
              <a:extLst>
                <a:ext uri="{FF2B5EF4-FFF2-40B4-BE49-F238E27FC236}">
                  <a16:creationId xmlns:a16="http://schemas.microsoft.com/office/drawing/2014/main" id="{60ABE47C-0459-43A8-85E2-CCD3BE6B27F1}"/>
                </a:ext>
              </a:extLst>
            </p:cNvPr>
            <p:cNvSpPr/>
            <p:nvPr/>
          </p:nvSpPr>
          <p:spPr>
            <a:xfrm rot="16200000">
              <a:off x="8729133" y="480670"/>
              <a:ext cx="279399" cy="4969933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0F81431D-069C-493F-8D00-9EADBE95D3D9}"/>
                </a:ext>
              </a:extLst>
            </p:cNvPr>
            <p:cNvCxnSpPr>
              <a:cxnSpLocks/>
            </p:cNvCxnSpPr>
            <p:nvPr/>
          </p:nvCxnSpPr>
          <p:spPr>
            <a:xfrm>
              <a:off x="2446867" y="1913214"/>
              <a:ext cx="4817533" cy="9127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20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2576DF0B-650F-476A-AAF8-DB6DFA2AE224}"/>
              </a:ext>
            </a:extLst>
          </p:cNvPr>
          <p:cNvGrpSpPr/>
          <p:nvPr/>
        </p:nvGrpSpPr>
        <p:grpSpPr>
          <a:xfrm>
            <a:off x="0" y="0"/>
            <a:ext cx="12192000" cy="6960437"/>
            <a:chOff x="0" y="0"/>
            <a:chExt cx="12192000" cy="696043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E765803-3A29-4AC7-8885-7C22939156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781"/>
            <a:stretch/>
          </p:blipFill>
          <p:spPr>
            <a:xfrm>
              <a:off x="0" y="2201333"/>
              <a:ext cx="12192000" cy="220133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69F1A41-2732-4A82-BA28-845635EE20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64"/>
            <a:stretch/>
          </p:blipFill>
          <p:spPr>
            <a:xfrm>
              <a:off x="0" y="0"/>
              <a:ext cx="12192000" cy="220133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7DFD920-DF92-4D39-BD3E-751C4AFE56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88"/>
            <a:stretch/>
          </p:blipFill>
          <p:spPr>
            <a:xfrm>
              <a:off x="0" y="4402666"/>
              <a:ext cx="12192000" cy="255777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561649E-CF74-4D12-9C32-ECF919E25039}"/>
                </a:ext>
              </a:extLst>
            </p:cNvPr>
            <p:cNvSpPr/>
            <p:nvPr/>
          </p:nvSpPr>
          <p:spPr>
            <a:xfrm>
              <a:off x="753531" y="1238314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오른쪽 대괄호 8">
              <a:extLst>
                <a:ext uri="{FF2B5EF4-FFF2-40B4-BE49-F238E27FC236}">
                  <a16:creationId xmlns:a16="http://schemas.microsoft.com/office/drawing/2014/main" id="{EB7983C2-2934-4DFB-9EBF-41C778D6FA5A}"/>
                </a:ext>
              </a:extLst>
            </p:cNvPr>
            <p:cNvSpPr/>
            <p:nvPr/>
          </p:nvSpPr>
          <p:spPr>
            <a:xfrm>
              <a:off x="2159001" y="1400021"/>
              <a:ext cx="279399" cy="2133601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5BF050-21BA-4568-B738-07E0CBCF6827}"/>
                </a:ext>
              </a:extLst>
            </p:cNvPr>
            <p:cNvSpPr txBox="1"/>
            <p:nvPr/>
          </p:nvSpPr>
          <p:spPr>
            <a:xfrm>
              <a:off x="4432300" y="3274883"/>
              <a:ext cx="1667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박스 안쪽 너비 변화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1901D0A-A125-4E65-A3CB-679FB01004E4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2411116"/>
              <a:ext cx="4817533" cy="9127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D3181DF-A27F-4BF0-8B40-DDBF39BD006F}"/>
                </a:ext>
              </a:extLst>
            </p:cNvPr>
            <p:cNvSpPr/>
            <p:nvPr/>
          </p:nvSpPr>
          <p:spPr>
            <a:xfrm>
              <a:off x="753531" y="3439647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왼쪽 대괄호 12">
              <a:extLst>
                <a:ext uri="{FF2B5EF4-FFF2-40B4-BE49-F238E27FC236}">
                  <a16:creationId xmlns:a16="http://schemas.microsoft.com/office/drawing/2014/main" id="{3C5A791B-8B26-4E8A-88ED-B103A3CC805B}"/>
                </a:ext>
              </a:extLst>
            </p:cNvPr>
            <p:cNvSpPr/>
            <p:nvPr/>
          </p:nvSpPr>
          <p:spPr>
            <a:xfrm>
              <a:off x="7255933" y="3229359"/>
              <a:ext cx="448734" cy="210288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16F6723-B551-4429-BB40-FA2B8FB1EBCB}"/>
                </a:ext>
              </a:extLst>
            </p:cNvPr>
            <p:cNvSpPr/>
            <p:nvPr/>
          </p:nvSpPr>
          <p:spPr>
            <a:xfrm>
              <a:off x="753531" y="5640980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오른쪽 대괄호 14">
              <a:extLst>
                <a:ext uri="{FF2B5EF4-FFF2-40B4-BE49-F238E27FC236}">
                  <a16:creationId xmlns:a16="http://schemas.microsoft.com/office/drawing/2014/main" id="{83716D64-C498-402F-93CF-1BE3C71DE01B}"/>
                </a:ext>
              </a:extLst>
            </p:cNvPr>
            <p:cNvSpPr/>
            <p:nvPr/>
          </p:nvSpPr>
          <p:spPr>
            <a:xfrm>
              <a:off x="2159001" y="3533621"/>
              <a:ext cx="279399" cy="2201333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022E96B-46F1-4354-A3E7-A2507F77A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399" y="3323838"/>
              <a:ext cx="4817534" cy="136148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193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0DEA6E37-265D-4088-8F74-4A71168A2733}"/>
              </a:ext>
            </a:extLst>
          </p:cNvPr>
          <p:cNvGrpSpPr/>
          <p:nvPr/>
        </p:nvGrpSpPr>
        <p:grpSpPr>
          <a:xfrm>
            <a:off x="0" y="0"/>
            <a:ext cx="12192000" cy="6592383"/>
            <a:chOff x="0" y="0"/>
            <a:chExt cx="12192000" cy="659238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EDF654B-A69B-41CF-B5FA-B6651293A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219746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0A4D4E9-1AFB-426F-BAD9-9EE4CE11C0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190"/>
            <a:stretch/>
          </p:blipFill>
          <p:spPr>
            <a:xfrm>
              <a:off x="0" y="2197461"/>
              <a:ext cx="12192000" cy="219746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3FAA1E3-79CD-4687-AB27-7866AD25A3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445"/>
            <a:stretch/>
          </p:blipFill>
          <p:spPr>
            <a:xfrm>
              <a:off x="0" y="4394922"/>
              <a:ext cx="12192000" cy="219746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146F44-B239-4A92-A891-C6A6CC82E401}"/>
                </a:ext>
              </a:extLst>
            </p:cNvPr>
            <p:cNvSpPr txBox="1"/>
            <p:nvPr/>
          </p:nvSpPr>
          <p:spPr>
            <a:xfrm>
              <a:off x="4038601" y="3053824"/>
              <a:ext cx="1951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박스 바깥쪽 너비 변화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D3B6E3B-C180-4A53-AD87-75D74DE9E3C9}"/>
                </a:ext>
              </a:extLst>
            </p:cNvPr>
            <p:cNvSpPr/>
            <p:nvPr/>
          </p:nvSpPr>
          <p:spPr>
            <a:xfrm>
              <a:off x="1058331" y="1653180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오른쪽 대괄호 9">
              <a:extLst>
                <a:ext uri="{FF2B5EF4-FFF2-40B4-BE49-F238E27FC236}">
                  <a16:creationId xmlns:a16="http://schemas.microsoft.com/office/drawing/2014/main" id="{1D49E74E-E429-46F9-81C5-627A73CAEB7D}"/>
                </a:ext>
              </a:extLst>
            </p:cNvPr>
            <p:cNvSpPr/>
            <p:nvPr/>
          </p:nvSpPr>
          <p:spPr>
            <a:xfrm>
              <a:off x="2463801" y="1747154"/>
              <a:ext cx="279399" cy="2201333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B508426-5750-42EE-99C0-D5040A5E7918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2743199" y="2898857"/>
              <a:ext cx="3852334" cy="1549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1CB87CA-B32F-4BEA-9662-58E46E9B1E92}"/>
                </a:ext>
              </a:extLst>
            </p:cNvPr>
            <p:cNvSpPr/>
            <p:nvPr/>
          </p:nvSpPr>
          <p:spPr>
            <a:xfrm>
              <a:off x="1058331" y="3848222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73C1CEC-593C-44C7-ACA0-F61A50948E3C}"/>
                </a:ext>
              </a:extLst>
            </p:cNvPr>
            <p:cNvSpPr/>
            <p:nvPr/>
          </p:nvSpPr>
          <p:spPr>
            <a:xfrm>
              <a:off x="1058331" y="6045683"/>
              <a:ext cx="1405470" cy="224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오른쪽 대괄호 13">
              <a:extLst>
                <a:ext uri="{FF2B5EF4-FFF2-40B4-BE49-F238E27FC236}">
                  <a16:creationId xmlns:a16="http://schemas.microsoft.com/office/drawing/2014/main" id="{9FAC2A09-3439-4168-AD9F-C1E472DB9209}"/>
                </a:ext>
              </a:extLst>
            </p:cNvPr>
            <p:cNvSpPr/>
            <p:nvPr/>
          </p:nvSpPr>
          <p:spPr>
            <a:xfrm>
              <a:off x="2463801" y="3960222"/>
              <a:ext cx="279399" cy="2201333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왼쪽 대괄호 14">
              <a:extLst>
                <a:ext uri="{FF2B5EF4-FFF2-40B4-BE49-F238E27FC236}">
                  <a16:creationId xmlns:a16="http://schemas.microsoft.com/office/drawing/2014/main" id="{DF7BD9EA-228B-473F-BD32-A912AFB302BF}"/>
                </a:ext>
              </a:extLst>
            </p:cNvPr>
            <p:cNvSpPr/>
            <p:nvPr/>
          </p:nvSpPr>
          <p:spPr>
            <a:xfrm>
              <a:off x="6595533" y="3008848"/>
              <a:ext cx="448734" cy="89952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5F839F32-7986-40FE-B3E0-B38656AA9B76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 flipV="1">
              <a:off x="2743199" y="3053824"/>
              <a:ext cx="3852334" cy="208079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1B48355-BF77-40CB-A89C-510430B031BA}"/>
                </a:ext>
              </a:extLst>
            </p:cNvPr>
            <p:cNvSpPr txBox="1"/>
            <p:nvPr/>
          </p:nvSpPr>
          <p:spPr>
            <a:xfrm>
              <a:off x="3693583" y="1225109"/>
              <a:ext cx="1951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박스 테두리 굵기 변화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A9983BF-FA62-4053-8701-6FF687DDE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933" y="1441092"/>
              <a:ext cx="3158067" cy="1265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347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F80607F-41A4-4BD5-AD89-26908EE5CEBB}"/>
              </a:ext>
            </a:extLst>
          </p:cNvPr>
          <p:cNvGrpSpPr/>
          <p:nvPr/>
        </p:nvGrpSpPr>
        <p:grpSpPr>
          <a:xfrm>
            <a:off x="-1" y="-1"/>
            <a:ext cx="12192001" cy="6337234"/>
            <a:chOff x="-1" y="-1"/>
            <a:chExt cx="12192001" cy="633723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795C6BB-8873-49DD-8F60-CC179DA545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53"/>
            <a:stretch/>
          </p:blipFill>
          <p:spPr>
            <a:xfrm>
              <a:off x="0" y="0"/>
              <a:ext cx="7357533" cy="3781416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FCAFFC4-9A2D-4F03-BB5A-1031C0CEA2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53"/>
            <a:stretch/>
          </p:blipFill>
          <p:spPr>
            <a:xfrm>
              <a:off x="7357533" y="-1"/>
              <a:ext cx="4834467" cy="633723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E7B11E5-3F3E-46E9-94E1-A9BA6E20D0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b="50665"/>
            <a:stretch/>
          </p:blipFill>
          <p:spPr>
            <a:xfrm>
              <a:off x="-1" y="3781416"/>
              <a:ext cx="7357533" cy="255581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282964F-A2C6-470A-AC6D-A14E6F52FDCE}"/>
                </a:ext>
              </a:extLst>
            </p:cNvPr>
            <p:cNvSpPr/>
            <p:nvPr/>
          </p:nvSpPr>
          <p:spPr>
            <a:xfrm>
              <a:off x="1710264" y="2827623"/>
              <a:ext cx="5647268" cy="2203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4BAE73A-7872-42E2-9C79-14C69B97A882}"/>
                </a:ext>
              </a:extLst>
            </p:cNvPr>
            <p:cNvSpPr/>
            <p:nvPr/>
          </p:nvSpPr>
          <p:spPr>
            <a:xfrm>
              <a:off x="8094132" y="2497057"/>
              <a:ext cx="4097867" cy="38401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76FA68C-E7AF-467A-A0C3-B1169C9DD44C}"/>
                </a:ext>
              </a:extLst>
            </p:cNvPr>
            <p:cNvSpPr/>
            <p:nvPr/>
          </p:nvSpPr>
          <p:spPr>
            <a:xfrm>
              <a:off x="8195732" y="5434869"/>
              <a:ext cx="3632199" cy="7542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EE477B-4D89-40F0-84A1-3C085AC2B2CF}"/>
                </a:ext>
              </a:extLst>
            </p:cNvPr>
            <p:cNvSpPr txBox="1"/>
            <p:nvPr/>
          </p:nvSpPr>
          <p:spPr>
            <a:xfrm>
              <a:off x="3738033" y="5336401"/>
              <a:ext cx="26585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rgbClr val="FF0000"/>
                  </a:solidFill>
                </a:rPr>
                <a:t>!important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가 최우선 적용된다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.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CC61E80-8E5C-4FB3-BDEE-23EC1386E5AA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3031067" y="5613400"/>
              <a:ext cx="5164665" cy="19860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25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0E579D0-327C-4AE9-B893-DB1C3CBBB5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29"/>
          <a:stretch/>
        </p:blipFill>
        <p:spPr>
          <a:xfrm>
            <a:off x="0" y="7402076"/>
            <a:ext cx="12192000" cy="1045424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104CAB07-25FA-47C4-A46D-267CFF41856E}"/>
              </a:ext>
            </a:extLst>
          </p:cNvPr>
          <p:cNvGrpSpPr/>
          <p:nvPr/>
        </p:nvGrpSpPr>
        <p:grpSpPr>
          <a:xfrm>
            <a:off x="0" y="0"/>
            <a:ext cx="12192000" cy="4557275"/>
            <a:chOff x="0" y="0"/>
            <a:chExt cx="12192000" cy="45572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E1B7B1-E3BE-4E5A-A5A9-6DA5800FF1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515"/>
            <a:stretch/>
          </p:blipFill>
          <p:spPr>
            <a:xfrm>
              <a:off x="0" y="0"/>
              <a:ext cx="12192000" cy="455727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E79CD7D-7B8D-4628-B504-7AA11BA59B0E}"/>
                </a:ext>
              </a:extLst>
            </p:cNvPr>
            <p:cNvSpPr/>
            <p:nvPr/>
          </p:nvSpPr>
          <p:spPr>
            <a:xfrm>
              <a:off x="711198" y="3687799"/>
              <a:ext cx="3632199" cy="7542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1800AB-2AEC-40D5-A34D-7A6CC73F9E39}"/>
                </a:ext>
              </a:extLst>
            </p:cNvPr>
            <p:cNvSpPr txBox="1"/>
            <p:nvPr/>
          </p:nvSpPr>
          <p:spPr>
            <a:xfrm>
              <a:off x="5651499" y="2424333"/>
              <a:ext cx="4119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rgbClr val="FF0000"/>
                  </a:solidFill>
                </a:rPr>
                <a:t>!important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가 제거되어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id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선택자가 우선 적용된다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.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13CC827A-398D-49C2-96DD-FD91386854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2795" y="1337733"/>
              <a:ext cx="2667005" cy="23660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51A94D1-4B1E-4A96-8356-CBF41610940B}"/>
                </a:ext>
              </a:extLst>
            </p:cNvPr>
            <p:cNvSpPr/>
            <p:nvPr/>
          </p:nvSpPr>
          <p:spPr>
            <a:xfrm>
              <a:off x="711197" y="2980266"/>
              <a:ext cx="3632199" cy="63328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오른쪽 대괄호 13">
              <a:extLst>
                <a:ext uri="{FF2B5EF4-FFF2-40B4-BE49-F238E27FC236}">
                  <a16:creationId xmlns:a16="http://schemas.microsoft.com/office/drawing/2014/main" id="{3FADDDB5-E5FE-4DFB-8832-8D05FDCECF57}"/>
                </a:ext>
              </a:extLst>
            </p:cNvPr>
            <p:cNvSpPr/>
            <p:nvPr/>
          </p:nvSpPr>
          <p:spPr>
            <a:xfrm>
              <a:off x="4343396" y="3326668"/>
              <a:ext cx="279399" cy="754264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705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46A873F4-66FB-4A86-9DD6-3A96627B2905}"/>
              </a:ext>
            </a:extLst>
          </p:cNvPr>
          <p:cNvGrpSpPr/>
          <p:nvPr/>
        </p:nvGrpSpPr>
        <p:grpSpPr>
          <a:xfrm>
            <a:off x="0" y="0"/>
            <a:ext cx="12192000" cy="4313558"/>
            <a:chOff x="0" y="0"/>
            <a:chExt cx="12192000" cy="431355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16CE5FA-E792-416C-AA1C-B30A288B0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31"/>
            <a:stretch/>
          </p:blipFill>
          <p:spPr>
            <a:xfrm>
              <a:off x="0" y="0"/>
              <a:ext cx="12192000" cy="4313558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FA177D1-7479-48D8-BCF9-2F48251FDB77}"/>
                </a:ext>
              </a:extLst>
            </p:cNvPr>
            <p:cNvSpPr/>
            <p:nvPr/>
          </p:nvSpPr>
          <p:spPr>
            <a:xfrm>
              <a:off x="711196" y="3326668"/>
              <a:ext cx="3632199" cy="7542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B0648D-7B42-4852-B1A6-4DBBDCB14629}"/>
                </a:ext>
              </a:extLst>
            </p:cNvPr>
            <p:cNvSpPr txBox="1"/>
            <p:nvPr/>
          </p:nvSpPr>
          <p:spPr>
            <a:xfrm>
              <a:off x="6068482" y="2156779"/>
              <a:ext cx="4119034" cy="887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FF0000"/>
                  </a:solidFill>
                </a:rPr>
                <a:t>.highlight: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10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점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(class)</a:t>
              </a:r>
              <a:br>
                <a:rPr lang="en-US" altLang="ko-KR" sz="1200" b="1" dirty="0">
                  <a:solidFill>
                    <a:srgbClr val="FF0000"/>
                  </a:solidFill>
                </a:rPr>
              </a:br>
              <a:r>
                <a:rPr lang="en-US" altLang="ko-KR" sz="1200" b="1" dirty="0" err="1">
                  <a:solidFill>
                    <a:srgbClr val="FF0000"/>
                  </a:solidFill>
                </a:rPr>
                <a:t>p.inline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-style: 1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점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(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태그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)+10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점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(class)=11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점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200" b="1" dirty="0">
                  <a:solidFill>
                    <a:srgbClr val="FF0000"/>
                  </a:solidFill>
                </a:rPr>
                <a:t>→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p.inline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-style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가 더 우세</a:t>
              </a: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0DC086E-F4A7-4092-B892-4780C001C6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2794" y="1405467"/>
              <a:ext cx="2641606" cy="173063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DC00912-2A91-43BD-AE21-AFAD9CB49264}"/>
                </a:ext>
              </a:extLst>
            </p:cNvPr>
            <p:cNvSpPr/>
            <p:nvPr/>
          </p:nvSpPr>
          <p:spPr>
            <a:xfrm>
              <a:off x="711197" y="2246189"/>
              <a:ext cx="3632199" cy="63328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오른쪽 대괄호 15">
              <a:extLst>
                <a:ext uri="{FF2B5EF4-FFF2-40B4-BE49-F238E27FC236}">
                  <a16:creationId xmlns:a16="http://schemas.microsoft.com/office/drawing/2014/main" id="{B8A4B761-DAEA-47E7-86C9-938286533A96}"/>
                </a:ext>
              </a:extLst>
            </p:cNvPr>
            <p:cNvSpPr/>
            <p:nvPr/>
          </p:nvSpPr>
          <p:spPr>
            <a:xfrm>
              <a:off x="4343395" y="2562830"/>
              <a:ext cx="279399" cy="1140969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2016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6C9B3EB2-2150-4A49-A47E-DF729C05C61C}"/>
              </a:ext>
            </a:extLst>
          </p:cNvPr>
          <p:cNvGrpSpPr/>
          <p:nvPr/>
        </p:nvGrpSpPr>
        <p:grpSpPr>
          <a:xfrm>
            <a:off x="0" y="0"/>
            <a:ext cx="12192000" cy="3093176"/>
            <a:chOff x="0" y="0"/>
            <a:chExt cx="12192000" cy="3093176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632DC31-AD35-422C-A6AA-702FA45A3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470"/>
            <a:stretch/>
          </p:blipFill>
          <p:spPr>
            <a:xfrm>
              <a:off x="0" y="0"/>
              <a:ext cx="12192000" cy="3093176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36AD8A6-9F8E-4D16-89E4-C3FDFCFE3B70}"/>
                </a:ext>
              </a:extLst>
            </p:cNvPr>
            <p:cNvSpPr/>
            <p:nvPr/>
          </p:nvSpPr>
          <p:spPr>
            <a:xfrm>
              <a:off x="694263" y="2107468"/>
              <a:ext cx="3632199" cy="7542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0419AF-B298-4878-B91A-0C6B815CB2EF}"/>
                </a:ext>
              </a:extLst>
            </p:cNvPr>
            <p:cNvSpPr txBox="1"/>
            <p:nvPr/>
          </p:nvSpPr>
          <p:spPr>
            <a:xfrm>
              <a:off x="5020723" y="1782334"/>
              <a:ext cx="4944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태그 선택자와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class </a:t>
              </a:r>
              <a:r>
                <a:rPr lang="ko-KR" altLang="en-US" sz="1200" b="1" dirty="0" err="1">
                  <a:solidFill>
                    <a:srgbClr val="FF0000"/>
                  </a:solidFill>
                </a:rPr>
                <a:t>선택자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 중에서는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class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선택자가 우선 적용된다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.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E8963681-8D32-4641-8F37-2A13FC985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05861" y="1165488"/>
              <a:ext cx="2125139" cy="89384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7F4870E-FF20-4A3E-91BD-39BC6ACE1A82}"/>
                </a:ext>
              </a:extLst>
            </p:cNvPr>
            <p:cNvSpPr/>
            <p:nvPr/>
          </p:nvSpPr>
          <p:spPr>
            <a:xfrm>
              <a:off x="694262" y="1383506"/>
              <a:ext cx="3632199" cy="63328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오른쪽 대괄호 6">
              <a:extLst>
                <a:ext uri="{FF2B5EF4-FFF2-40B4-BE49-F238E27FC236}">
                  <a16:creationId xmlns:a16="http://schemas.microsoft.com/office/drawing/2014/main" id="{C9FAD4EF-6437-4423-B526-FA26DDDF527C}"/>
                </a:ext>
              </a:extLst>
            </p:cNvPr>
            <p:cNvSpPr/>
            <p:nvPr/>
          </p:nvSpPr>
          <p:spPr>
            <a:xfrm>
              <a:off x="4326462" y="1634067"/>
              <a:ext cx="279399" cy="850532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406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84C8F700-FD37-4668-AF92-22C4F7664BC1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6EBDD97-D516-4D89-930C-6FF294A67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0296420" cy="68580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08C5CEB-BF26-4409-B1AB-124741F28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66" y="4437586"/>
              <a:ext cx="7789333" cy="2420414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4A1BE0-CEC8-4875-812F-AFA10B6186C0}"/>
                </a:ext>
              </a:extLst>
            </p:cNvPr>
            <p:cNvSpPr/>
            <p:nvPr/>
          </p:nvSpPr>
          <p:spPr>
            <a:xfrm>
              <a:off x="9991409" y="348342"/>
              <a:ext cx="304590" cy="3396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B48647-2404-4E4F-90B5-F4E61E28001B}"/>
                </a:ext>
              </a:extLst>
            </p:cNvPr>
            <p:cNvSpPr txBox="1"/>
            <p:nvPr/>
          </p:nvSpPr>
          <p:spPr>
            <a:xfrm>
              <a:off x="5283200" y="3290500"/>
              <a:ext cx="1625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미리보기 화면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26F1F650-81DB-4FE3-8D0C-085A20FBEE3D}"/>
                </a:ext>
              </a:extLst>
            </p:cNvPr>
            <p:cNvCxnSpPr>
              <a:cxnSpLocks/>
            </p:cNvCxnSpPr>
            <p:nvPr/>
          </p:nvCxnSpPr>
          <p:spPr>
            <a:xfrm>
              <a:off x="10143704" y="687976"/>
              <a:ext cx="0" cy="374961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41E8E5-7585-4630-A9D5-35400DB6218F}"/>
                </a:ext>
              </a:extLst>
            </p:cNvPr>
            <p:cNvSpPr txBox="1"/>
            <p:nvPr/>
          </p:nvSpPr>
          <p:spPr>
            <a:xfrm>
              <a:off x="10536344" y="4474264"/>
              <a:ext cx="1625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실제 출력 화면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8349AE5-D035-438A-A55E-F491B6A0833C}"/>
                </a:ext>
              </a:extLst>
            </p:cNvPr>
            <p:cNvSpPr/>
            <p:nvPr/>
          </p:nvSpPr>
          <p:spPr>
            <a:xfrm>
              <a:off x="1346202" y="3090333"/>
              <a:ext cx="1371598" cy="4771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0F40DD-D43D-4F6F-950E-09749118F703}"/>
                </a:ext>
              </a:extLst>
            </p:cNvPr>
            <p:cNvSpPr txBox="1"/>
            <p:nvPr/>
          </p:nvSpPr>
          <p:spPr>
            <a:xfrm>
              <a:off x="2856245" y="1378600"/>
              <a:ext cx="18181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rgbClr val="FF0000"/>
                  </a:solidFill>
                </a:rPr>
                <a:t>class </a:t>
              </a:r>
              <a:r>
                <a:rPr lang="ko-KR" altLang="en-US" sz="1200" b="1" dirty="0" err="1">
                  <a:solidFill>
                    <a:srgbClr val="FF0000"/>
                  </a:solidFill>
                </a:rPr>
                <a:t>선택자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 우선 적용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881D08F-27FC-445B-B341-0AF5E60CA80D}"/>
                </a:ext>
              </a:extLst>
            </p:cNvPr>
            <p:cNvCxnSpPr>
              <a:cxnSpLocks/>
            </p:cNvCxnSpPr>
            <p:nvPr/>
          </p:nvCxnSpPr>
          <p:spPr>
            <a:xfrm>
              <a:off x="4262814" y="2154046"/>
              <a:ext cx="1215119" cy="14042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962D260-B4C1-4D97-8DA3-6CA37F589307}"/>
                </a:ext>
              </a:extLst>
            </p:cNvPr>
            <p:cNvSpPr/>
            <p:nvPr/>
          </p:nvSpPr>
          <p:spPr>
            <a:xfrm>
              <a:off x="1346202" y="1742690"/>
              <a:ext cx="2916612" cy="82271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B1C9AC4-9677-4C72-BE80-C9D07F13E20F}"/>
                </a:ext>
              </a:extLst>
            </p:cNvPr>
            <p:cNvSpPr/>
            <p:nvPr/>
          </p:nvSpPr>
          <p:spPr>
            <a:xfrm>
              <a:off x="1346202" y="2589283"/>
              <a:ext cx="1371598" cy="4771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157C844-7FE3-45EC-AB66-9F9D27540889}"/>
                </a:ext>
              </a:extLst>
            </p:cNvPr>
            <p:cNvSpPr/>
            <p:nvPr/>
          </p:nvSpPr>
          <p:spPr>
            <a:xfrm>
              <a:off x="1346201" y="3591383"/>
              <a:ext cx="1458301" cy="4771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2CAF371E-6F93-4C36-A58E-6C1F6EAA1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3812" y="1035760"/>
              <a:ext cx="2168732" cy="20182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오른쪽 대괄호 25">
              <a:extLst>
                <a:ext uri="{FF2B5EF4-FFF2-40B4-BE49-F238E27FC236}">
                  <a16:creationId xmlns:a16="http://schemas.microsoft.com/office/drawing/2014/main" id="{CC11BFA0-6390-4806-9B47-999AE2B9A41F}"/>
                </a:ext>
              </a:extLst>
            </p:cNvPr>
            <p:cNvSpPr/>
            <p:nvPr/>
          </p:nvSpPr>
          <p:spPr>
            <a:xfrm>
              <a:off x="2734413" y="2760133"/>
              <a:ext cx="279399" cy="592667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오른쪽 중괄호 27">
              <a:extLst>
                <a:ext uri="{FF2B5EF4-FFF2-40B4-BE49-F238E27FC236}">
                  <a16:creationId xmlns:a16="http://schemas.microsoft.com/office/drawing/2014/main" id="{3F102EE7-FD01-4F92-99B2-ABCC97A816A6}"/>
                </a:ext>
              </a:extLst>
            </p:cNvPr>
            <p:cNvSpPr/>
            <p:nvPr/>
          </p:nvSpPr>
          <p:spPr>
            <a:xfrm>
              <a:off x="2821115" y="2705823"/>
              <a:ext cx="1888385" cy="1145424"/>
            </a:xfrm>
            <a:prstGeom prst="rightBrac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9E0225FC-F306-47DA-8C6E-C241D87114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924" y="1783342"/>
              <a:ext cx="761915" cy="1450056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3FEA1B4-9801-4CAC-B68C-C8F0A227592D}"/>
                </a:ext>
              </a:extLst>
            </p:cNvPr>
            <p:cNvSpPr txBox="1"/>
            <p:nvPr/>
          </p:nvSpPr>
          <p:spPr>
            <a:xfrm>
              <a:off x="3710646" y="2758945"/>
              <a:ext cx="927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rgbClr val="FFFF00"/>
                  </a:solidFill>
                </a:rPr>
                <a:t>id </a:t>
              </a:r>
              <a:r>
                <a:rPr lang="ko-KR" altLang="en-US" sz="1200" b="1" dirty="0" err="1">
                  <a:solidFill>
                    <a:srgbClr val="FFFF00"/>
                  </a:solidFill>
                </a:rPr>
                <a:t>선택자</a:t>
              </a:r>
              <a:r>
                <a:rPr lang="ko-KR" altLang="en-US" sz="1200" b="1" dirty="0">
                  <a:solidFill>
                    <a:srgbClr val="FFFF00"/>
                  </a:solidFill>
                </a:rPr>
                <a:t> 우선 적용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741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114</Words>
  <Application>Microsoft Office PowerPoint</Application>
  <PresentationFormat>와이드스크린</PresentationFormat>
  <Paragraphs>24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Jonghwan Lee</dc:creator>
  <cp:lastModifiedBy>Jonghwan Lee</cp:lastModifiedBy>
  <cp:revision>24</cp:revision>
  <dcterms:created xsi:type="dcterms:W3CDTF">2025-12-05T13:42:54Z</dcterms:created>
  <dcterms:modified xsi:type="dcterms:W3CDTF">2025-12-08T16:02:55Z</dcterms:modified>
</cp:coreProperties>
</file>