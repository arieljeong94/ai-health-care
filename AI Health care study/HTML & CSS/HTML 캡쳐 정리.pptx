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BE"/>
    <a:srgbClr val="FFFFFF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B26C9-8B07-44E3-8941-941556CED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1D531C-6D5D-40D1-B98D-0907C7810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C53375-BEB7-4057-86BF-A2FAF26D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D0952-48FB-4ECE-9367-707DAE30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A9CF8-DE11-461B-8F2B-D0D30279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92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9586BB-9433-42FF-BBDB-FD99860C5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39664D-A5D4-43E2-95EC-788BE0031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53FAA-DF75-475B-A18A-2209F51F6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78D566-E706-4205-87D4-A391F729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B7059C-7E19-4437-9454-8508946C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081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22660-2436-4D2D-89A4-9595B45B6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09ED6C-89B2-4DFF-B601-BDE0E9AF1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DC211-B830-48D8-BC32-FA15A711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104E4-7D90-4F77-9294-4D3AB698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3952CE-19A7-4C7E-A8A9-05501D48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984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3D21E-405C-4D93-BEA5-D12FEEB9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137FBB-4EF8-4B48-A384-F09A741E4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A3D4C6-3CE7-4A4A-93A7-9BEA66A19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F191DC-F40C-4AC8-A28F-002436BA2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A8F133-5114-4042-BA6F-403FA47F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2F8F93-B1A8-4DA5-A762-43DBB1C4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78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7975E-C788-4D34-B675-46A38B8E6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499AB0-A686-4086-902B-F9EA931CD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B65DA9-041B-40D9-B502-250A2F062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67F62F-C7D5-441B-87CE-8E58B078D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3B67DB-1714-497F-96BD-DD5800F75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110E42-F508-4439-9FB0-01CC3A1F7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EC36D3-0684-4F36-B5A0-B9BC2D7FD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24AF99-2FDE-41EB-8623-89F89A94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05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3D0BF6-89F0-484F-B696-0436CD627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51071E-1B1C-4E3B-849A-D66A8E9F4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7202D4-000D-4E7A-9D93-3A2716EF7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A5032-408F-4937-9FED-D8F8DFFA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291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925235-61B6-4A2B-908F-BE622E70C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EF0AA6-067D-4DC9-A88D-562AA8F3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0D8CFA-5994-4787-AA5A-A72CF6F7C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110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7C497-513B-407E-B043-C009C5FE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981AE3-A2AA-4C5C-85FB-5590EF712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A2CA3A-3E3E-40C4-8DC1-4341147F9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B0F01E-4318-4901-B814-42FD7041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46FA80-72DA-4EAB-8F8C-70615220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0F2FDD-7607-411C-94E3-4A7CE209B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20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5C86C-EEAE-4B62-868A-DB642891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3B7363-377D-4440-9E5A-F6711FC20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40D3B5-045B-49A9-9C5F-FBAFC6F5D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9B5B70-313F-49FA-B362-F89312FE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5E9981-433D-4904-8CB3-19248737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9C38A8-A57F-49D1-880D-90A89341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68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672F2-7C49-4E05-8EDB-AF8F0D3A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07DD64-E8A2-442E-A850-4300C3DB4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86450F-86D7-49B5-B112-62434C7E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44C54C-1543-449B-934F-95CA9A59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5E8F48-E289-42F8-9657-352EE05C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26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60A033-B40D-4A6E-8CFB-1A13CC74B5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8473AC-B0BD-4E34-B747-8375DC79A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E4DAB6-222D-4AA3-8DEF-D98A7875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1B5458-8882-4F74-83AF-43E0E399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8063B7-503D-4704-A0ED-5A836D09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872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4DBC3F-1171-4971-BEC5-BC754E41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93FFF5-EC3B-47F9-B91D-B589AFF08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F14765-23AF-47DB-A444-7506E46AA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7DC5-4659-41A7-8E72-50115BE9D707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2FDB1-88F7-4E23-99E7-FA1F6844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A59A2-EE1A-4508-A4F7-5987AE1EE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67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33E629FA-54A0-488B-8853-E3DD2930B556}"/>
              </a:ext>
            </a:extLst>
          </p:cNvPr>
          <p:cNvGrpSpPr/>
          <p:nvPr/>
        </p:nvGrpSpPr>
        <p:grpSpPr>
          <a:xfrm>
            <a:off x="1666103" y="0"/>
            <a:ext cx="8859794" cy="6858000"/>
            <a:chOff x="1666103" y="0"/>
            <a:chExt cx="8859794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3407F0A-63DA-469B-90C3-8DE2F5B76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6103" y="0"/>
              <a:ext cx="8859794" cy="6858000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D2CAEE8D-6FEB-4218-BF64-969009AD8A82}"/>
                </a:ext>
              </a:extLst>
            </p:cNvPr>
            <p:cNvCxnSpPr>
              <a:cxnSpLocks/>
            </p:cNvCxnSpPr>
            <p:nvPr/>
          </p:nvCxnSpPr>
          <p:spPr>
            <a:xfrm>
              <a:off x="1666103" y="1397000"/>
              <a:ext cx="457383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DCAA7A7-537D-49FB-BDD3-05DCE7BFEE62}"/>
                </a:ext>
              </a:extLst>
            </p:cNvPr>
            <p:cNvCxnSpPr>
              <a:cxnSpLocks/>
            </p:cNvCxnSpPr>
            <p:nvPr/>
          </p:nvCxnSpPr>
          <p:spPr>
            <a:xfrm>
              <a:off x="4341570" y="1625600"/>
              <a:ext cx="266036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580B996-D175-47A2-B4D9-48B292F12521}"/>
                </a:ext>
              </a:extLst>
            </p:cNvPr>
            <p:cNvCxnSpPr>
              <a:cxnSpLocks/>
            </p:cNvCxnSpPr>
            <p:nvPr/>
          </p:nvCxnSpPr>
          <p:spPr>
            <a:xfrm>
              <a:off x="1699965" y="1862667"/>
              <a:ext cx="476856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C5D0E7D1-D769-46DB-B526-1C55207F35B8}"/>
                </a:ext>
              </a:extLst>
            </p:cNvPr>
            <p:cNvCxnSpPr>
              <a:cxnSpLocks/>
            </p:cNvCxnSpPr>
            <p:nvPr/>
          </p:nvCxnSpPr>
          <p:spPr>
            <a:xfrm>
              <a:off x="2749832" y="2116667"/>
              <a:ext cx="391343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0791A8B4-F7DB-48A5-9283-A9FC1D09675C}"/>
                </a:ext>
              </a:extLst>
            </p:cNvPr>
            <p:cNvCxnSpPr>
              <a:cxnSpLocks/>
            </p:cNvCxnSpPr>
            <p:nvPr/>
          </p:nvCxnSpPr>
          <p:spPr>
            <a:xfrm>
              <a:off x="2182565" y="2836334"/>
              <a:ext cx="405736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5894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BCB6AE4E-6861-4171-B0DA-2B01AE97CDB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3CBBAE3-CD70-487A-911A-A9A6534C8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72D64DC-1CF6-4381-B644-B16F69245B13}"/>
                </a:ext>
              </a:extLst>
            </p:cNvPr>
            <p:cNvSpPr/>
            <p:nvPr/>
          </p:nvSpPr>
          <p:spPr>
            <a:xfrm>
              <a:off x="9347200" y="279400"/>
              <a:ext cx="2844800" cy="65786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0BF9914-D003-4689-AFA2-034D658238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8819"/>
            <a:stretch/>
          </p:blipFill>
          <p:spPr>
            <a:xfrm>
              <a:off x="9543155" y="2633133"/>
              <a:ext cx="2452890" cy="23368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62D630-0C64-460C-B439-F3A134FD698A}"/>
                </a:ext>
              </a:extLst>
            </p:cNvPr>
            <p:cNvSpPr txBox="1"/>
            <p:nvPr/>
          </p:nvSpPr>
          <p:spPr>
            <a:xfrm>
              <a:off x="10370445" y="3544500"/>
              <a:ext cx="1625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Live Preview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를 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ko-KR" altLang="en-US" sz="1200" b="1" dirty="0">
                  <a:solidFill>
                    <a:srgbClr val="FF0000"/>
                  </a:solidFill>
                </a:rPr>
                <a:t>설치하면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ko-KR" altLang="en-US" sz="1200" b="1" dirty="0">
                  <a:solidFill>
                    <a:srgbClr val="FF0000"/>
                  </a:solidFill>
                </a:rPr>
                <a:t>미리보기가 가능하다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3DC0FB-8949-4C37-A536-F604C0514AC0}"/>
                </a:ext>
              </a:extLst>
            </p:cNvPr>
            <p:cNvSpPr txBox="1"/>
            <p:nvPr/>
          </p:nvSpPr>
          <p:spPr>
            <a:xfrm>
              <a:off x="6187929" y="2564665"/>
              <a:ext cx="1807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순서 없는 리스트 영역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962050D-EAA9-4883-B6C4-9569E8E5D3AC}"/>
                </a:ext>
              </a:extLst>
            </p:cNvPr>
            <p:cNvSpPr/>
            <p:nvPr/>
          </p:nvSpPr>
          <p:spPr>
            <a:xfrm>
              <a:off x="2980265" y="762000"/>
              <a:ext cx="5469467" cy="34713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CC1B622-8B3E-4A47-ADD3-7E6D06D81024}"/>
                </a:ext>
              </a:extLst>
            </p:cNvPr>
            <p:cNvSpPr/>
            <p:nvPr/>
          </p:nvSpPr>
          <p:spPr>
            <a:xfrm>
              <a:off x="2980265" y="1100665"/>
              <a:ext cx="5469467" cy="792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E70649B-5788-44E4-8845-009A28E882B7}"/>
                </a:ext>
              </a:extLst>
            </p:cNvPr>
            <p:cNvSpPr/>
            <p:nvPr/>
          </p:nvSpPr>
          <p:spPr>
            <a:xfrm>
              <a:off x="2980264" y="1892664"/>
              <a:ext cx="5469467" cy="146013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CAF4BC4-AE01-48DB-A29C-212D2D9796A5}"/>
                </a:ext>
              </a:extLst>
            </p:cNvPr>
            <p:cNvSpPr/>
            <p:nvPr/>
          </p:nvSpPr>
          <p:spPr>
            <a:xfrm>
              <a:off x="3826934" y="2231330"/>
              <a:ext cx="4622798" cy="94367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B99498E-1CE4-4961-B97B-879CA0AA9D7F}"/>
                </a:ext>
              </a:extLst>
            </p:cNvPr>
            <p:cNvCxnSpPr/>
            <p:nvPr/>
          </p:nvCxnSpPr>
          <p:spPr>
            <a:xfrm>
              <a:off x="7103533" y="2070465"/>
              <a:ext cx="6350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B31002-3F06-4262-B3BD-34B252C64192}"/>
                </a:ext>
              </a:extLst>
            </p:cNvPr>
            <p:cNvSpPr txBox="1"/>
            <p:nvPr/>
          </p:nvSpPr>
          <p:spPr>
            <a:xfrm>
              <a:off x="7170664" y="1871133"/>
              <a:ext cx="5007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rgbClr val="FF0000"/>
                  </a:solidFill>
                </a:rPr>
                <a:t>제목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C1BC74-0154-4F49-9F4B-972D58B7625F}"/>
                </a:ext>
              </a:extLst>
            </p:cNvPr>
            <p:cNvSpPr txBox="1"/>
            <p:nvPr/>
          </p:nvSpPr>
          <p:spPr>
            <a:xfrm>
              <a:off x="6642707" y="1122401"/>
              <a:ext cx="1807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rgbClr val="FF0000"/>
                  </a:solidFill>
                </a:rPr>
                <a:t>메타데이터 영역</a:t>
              </a: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B94CEC0-4EFD-4D78-89BB-0874A99C0B25}"/>
                </a:ext>
              </a:extLst>
            </p:cNvPr>
            <p:cNvCxnSpPr/>
            <p:nvPr/>
          </p:nvCxnSpPr>
          <p:spPr>
            <a:xfrm>
              <a:off x="4038599" y="1723332"/>
              <a:ext cx="6350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연결선: 꺾임 17">
              <a:extLst>
                <a:ext uri="{FF2B5EF4-FFF2-40B4-BE49-F238E27FC236}">
                  <a16:creationId xmlns:a16="http://schemas.microsoft.com/office/drawing/2014/main" id="{EDA97D20-F1B1-4D8C-B9B3-069BBA717AE5}"/>
                </a:ext>
              </a:extLst>
            </p:cNvPr>
            <p:cNvCxnSpPr/>
            <p:nvPr/>
          </p:nvCxnSpPr>
          <p:spPr>
            <a:xfrm flipV="1">
              <a:off x="5283200" y="457200"/>
              <a:ext cx="4259955" cy="1219200"/>
            </a:xfrm>
            <a:prstGeom prst="bentConnector3">
              <a:avLst>
                <a:gd name="adj1" fmla="val 32908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277F5BD-BBAA-43E3-98FF-5BEA85AF207F}"/>
                </a:ext>
              </a:extLst>
            </p:cNvPr>
            <p:cNvSpPr txBox="1"/>
            <p:nvPr/>
          </p:nvSpPr>
          <p:spPr>
            <a:xfrm>
              <a:off x="8314268" y="189869"/>
              <a:ext cx="914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rgbClr val="FF0000"/>
                  </a:solidFill>
                </a:rPr>
                <a:t>탭 제목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E58FBD8-225D-48A1-BEE2-099EE2758E90}"/>
                </a:ext>
              </a:extLst>
            </p:cNvPr>
            <p:cNvSpPr txBox="1"/>
            <p:nvPr/>
          </p:nvSpPr>
          <p:spPr>
            <a:xfrm>
              <a:off x="3064933" y="1986802"/>
              <a:ext cx="8339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실제로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ko-KR" altLang="en-US" sz="1200" b="1" dirty="0">
                  <a:solidFill>
                    <a:srgbClr val="FF0000"/>
                  </a:solidFill>
                </a:rPr>
                <a:t>출력되는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ko-KR" altLang="en-US" sz="1200" b="1" dirty="0">
                  <a:solidFill>
                    <a:srgbClr val="FF0000"/>
                  </a:solidFill>
                </a:rPr>
                <a:t>영역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0975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>
            <a:extLst>
              <a:ext uri="{FF2B5EF4-FFF2-40B4-BE49-F238E27FC236}">
                <a16:creationId xmlns:a16="http://schemas.microsoft.com/office/drawing/2014/main" id="{A5DA82DE-2E96-4EF7-9255-9C8F27E8BD3E}"/>
              </a:ext>
            </a:extLst>
          </p:cNvPr>
          <p:cNvGrpSpPr/>
          <p:nvPr/>
        </p:nvGrpSpPr>
        <p:grpSpPr>
          <a:xfrm>
            <a:off x="0" y="0"/>
            <a:ext cx="12342584" cy="6858000"/>
            <a:chOff x="0" y="0"/>
            <a:chExt cx="12342584" cy="6858000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FF45F4A0-7F28-42A0-A139-E541BD78BA63}"/>
                </a:ext>
              </a:extLst>
            </p:cNvPr>
            <p:cNvGrpSpPr/>
            <p:nvPr/>
          </p:nvGrpSpPr>
          <p:grpSpPr>
            <a:xfrm>
              <a:off x="0" y="0"/>
              <a:ext cx="12342584" cy="6858000"/>
              <a:chOff x="0" y="0"/>
              <a:chExt cx="12342584" cy="6858000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BAB1D967-B526-435A-8B0E-4BD6A216ED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AA63394C-382B-4BAE-A265-66D96B8A4E59}"/>
                  </a:ext>
                </a:extLst>
              </p:cNvPr>
              <p:cNvSpPr/>
              <p:nvPr/>
            </p:nvSpPr>
            <p:spPr>
              <a:xfrm>
                <a:off x="1583267" y="1289593"/>
                <a:ext cx="7933265" cy="90327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FC17FA-863F-43EF-94FF-449AEF78DF06}"/>
                  </a:ext>
                </a:extLst>
              </p:cNvPr>
              <p:cNvSpPr txBox="1"/>
              <p:nvPr/>
            </p:nvSpPr>
            <p:spPr>
              <a:xfrm>
                <a:off x="9516533" y="1361869"/>
                <a:ext cx="267546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rgbClr val="FF0000"/>
                    </a:solidFill>
                  </a:rPr>
                  <a:t>Favicon 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영역</a:t>
                </a:r>
                <a:endParaRPr lang="en-US" altLang="ko-KR" sz="1200" b="1" dirty="0">
                  <a:solidFill>
                    <a:srgbClr val="FF0000"/>
                  </a:solidFill>
                </a:endParaRPr>
              </a:p>
              <a:p>
                <a:r>
                  <a:rPr lang="en-US" altLang="ko-KR" sz="1200" b="1" dirty="0" err="1">
                    <a:solidFill>
                      <a:srgbClr val="FF0000"/>
                    </a:solidFill>
                  </a:rPr>
                  <a:t>png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파일</a:t>
                </a:r>
                <a:r>
                  <a:rPr lang="en-US" altLang="ko-KR" sz="1200" b="1" dirty="0">
                    <a:solidFill>
                      <a:srgbClr val="FF0000"/>
                    </a:solidFill>
                  </a:rPr>
                  <a:t>(32x32, 16x16)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의 경우와</a:t>
                </a:r>
                <a:endParaRPr lang="en-US" altLang="ko-KR" sz="1200" b="1" dirty="0">
                  <a:solidFill>
                    <a:srgbClr val="FF0000"/>
                  </a:solidFill>
                </a:endParaRPr>
              </a:p>
              <a:p>
                <a:r>
                  <a:rPr lang="en-US" altLang="ko-KR" sz="1200" b="1" dirty="0">
                    <a:solidFill>
                      <a:srgbClr val="FF0000"/>
                    </a:solidFill>
                  </a:rPr>
                  <a:t>.</a:t>
                </a:r>
                <a:r>
                  <a:rPr lang="en-US" altLang="ko-KR" sz="1200" b="1" dirty="0" err="1">
                    <a:solidFill>
                      <a:srgbClr val="FF0000"/>
                    </a:solidFill>
                  </a:rPr>
                  <a:t>ico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파일의 경우로 </a:t>
                </a:r>
                <a:endParaRPr lang="en-US" altLang="ko-KR" sz="1200" b="1" dirty="0">
                  <a:solidFill>
                    <a:srgbClr val="FF0000"/>
                  </a:solidFill>
                </a:endParaRPr>
              </a:p>
              <a:p>
                <a:r>
                  <a:rPr lang="ko-KR" altLang="en-US" sz="1200" b="1" dirty="0">
                    <a:solidFill>
                      <a:srgbClr val="FF0000"/>
                    </a:solidFill>
                  </a:rPr>
                  <a:t>각각 나눠서 </a:t>
                </a:r>
                <a:r>
                  <a:rPr lang="ko-KR" altLang="en-US" sz="1200" b="1" dirty="0" err="1">
                    <a:solidFill>
                      <a:srgbClr val="FF0000"/>
                    </a:solidFill>
                  </a:rPr>
                  <a:t>걸어둠</a:t>
                </a:r>
                <a:endParaRPr lang="ko-KR" alt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871B9E0D-F73F-438E-AAE4-7F45BEBCDC90}"/>
                  </a:ext>
                </a:extLst>
              </p:cNvPr>
              <p:cNvSpPr/>
              <p:nvPr/>
            </p:nvSpPr>
            <p:spPr>
              <a:xfrm>
                <a:off x="1921933" y="2525728"/>
                <a:ext cx="9381067" cy="17514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13F7E7-4107-4BA5-9824-84692C024E39}"/>
                  </a:ext>
                </a:extLst>
              </p:cNvPr>
              <p:cNvSpPr txBox="1"/>
              <p:nvPr/>
            </p:nvSpPr>
            <p:spPr>
              <a:xfrm>
                <a:off x="5655732" y="2248729"/>
                <a:ext cx="35814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b="1" dirty="0">
                    <a:solidFill>
                      <a:srgbClr val="FF0000"/>
                    </a:solidFill>
                  </a:rPr>
                  <a:t>폰트 스타일</a:t>
                </a:r>
                <a:r>
                  <a:rPr lang="en-US" altLang="ko-KR" sz="1200" b="1" dirty="0">
                    <a:solidFill>
                      <a:srgbClr val="FF0000"/>
                    </a:solidFill>
                  </a:rPr>
                  <a:t>, 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폰트 컬러</a:t>
                </a:r>
                <a:r>
                  <a:rPr lang="en-US" altLang="ko-KR" sz="1200" b="1" dirty="0">
                    <a:solidFill>
                      <a:srgbClr val="FF0000"/>
                    </a:solidFill>
                  </a:rPr>
                  <a:t>, 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폰트 사이즈</a:t>
                </a:r>
                <a:r>
                  <a:rPr lang="en-US" altLang="ko-KR" sz="1200" b="1" dirty="0">
                    <a:solidFill>
                      <a:srgbClr val="FF0000"/>
                    </a:solidFill>
                  </a:rPr>
                  <a:t>, 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중앙 정렬</a:t>
                </a:r>
              </a:p>
            </p:txBody>
          </p: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C2292728-2297-46CF-AC24-0A553F9745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96134" y="2700868"/>
                <a:ext cx="795866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B6B389-2BC2-43F4-BABB-3E5AA61CBCCC}"/>
                  </a:ext>
                </a:extLst>
              </p:cNvPr>
              <p:cNvSpPr txBox="1"/>
              <p:nvPr/>
            </p:nvSpPr>
            <p:spPr>
              <a:xfrm>
                <a:off x="11245549" y="2151633"/>
                <a:ext cx="10970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b="1" dirty="0">
                    <a:solidFill>
                      <a:srgbClr val="FF0000"/>
                    </a:solidFill>
                  </a:rPr>
                  <a:t>고래</a:t>
                </a:r>
                <a:endParaRPr lang="en-US" altLang="ko-KR" sz="12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ko-KR" altLang="en-US" sz="1200" b="1" dirty="0" err="1">
                    <a:solidFill>
                      <a:srgbClr val="FF0000"/>
                    </a:solidFill>
                  </a:rPr>
                  <a:t>이모지</a:t>
                </a:r>
                <a:endParaRPr lang="ko-KR" altLang="en-US" sz="12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E1725936-693E-4018-8B9E-4680ED6D55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77400" y="3429000"/>
                <a:ext cx="795866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0B8EF4-13C5-4C99-86E9-630CD2D8B6D5}"/>
                  </a:ext>
                </a:extLst>
              </p:cNvPr>
              <p:cNvSpPr txBox="1"/>
              <p:nvPr/>
            </p:nvSpPr>
            <p:spPr>
              <a:xfrm>
                <a:off x="9526815" y="2879765"/>
                <a:ext cx="10970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b="1" dirty="0">
                    <a:solidFill>
                      <a:srgbClr val="FF0000"/>
                    </a:solidFill>
                  </a:rPr>
                  <a:t>노트북</a:t>
                </a:r>
                <a:endParaRPr lang="en-US" altLang="ko-KR" sz="12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ko-KR" altLang="en-US" sz="1200" b="1" dirty="0" err="1">
                    <a:solidFill>
                      <a:srgbClr val="FF0000"/>
                    </a:solidFill>
                  </a:rPr>
                  <a:t>이모지</a:t>
                </a:r>
                <a:endParaRPr lang="ko-KR" alt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18CB91A3-E785-4A2A-8445-9D43CD924ED0}"/>
                  </a:ext>
                </a:extLst>
              </p:cNvPr>
              <p:cNvSpPr/>
              <p:nvPr/>
            </p:nvSpPr>
            <p:spPr>
              <a:xfrm>
                <a:off x="2302934" y="3977517"/>
                <a:ext cx="7010400" cy="17514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8FF2C69A-A83B-42C2-83BA-469439871DDF}"/>
                  </a:ext>
                </a:extLst>
              </p:cNvPr>
              <p:cNvSpPr/>
              <p:nvPr/>
            </p:nvSpPr>
            <p:spPr>
              <a:xfrm>
                <a:off x="11065933" y="3977517"/>
                <a:ext cx="338667" cy="17514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왼쪽 대괄호 18">
                <a:extLst>
                  <a:ext uri="{FF2B5EF4-FFF2-40B4-BE49-F238E27FC236}">
                    <a16:creationId xmlns:a16="http://schemas.microsoft.com/office/drawing/2014/main" id="{04D292FA-EE1F-4B47-A62F-357EBA0C3C09}"/>
                  </a:ext>
                </a:extLst>
              </p:cNvPr>
              <p:cNvSpPr/>
              <p:nvPr/>
            </p:nvSpPr>
            <p:spPr>
              <a:xfrm rot="16200000">
                <a:off x="9947366" y="3076423"/>
                <a:ext cx="211666" cy="2364134"/>
              </a:xfrm>
              <a:prstGeom prst="leftBracke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578D98-1CBB-49F5-9A15-BEA4D3043DE2}"/>
                  </a:ext>
                </a:extLst>
              </p:cNvPr>
              <p:cNvSpPr txBox="1"/>
              <p:nvPr/>
            </p:nvSpPr>
            <p:spPr>
              <a:xfrm>
                <a:off x="9278257" y="4135362"/>
                <a:ext cx="15941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b="1">
                    <a:solidFill>
                      <a:srgbClr val="FF0000"/>
                    </a:solidFill>
                  </a:rPr>
                  <a:t>하이퍼링크 달기</a:t>
                </a:r>
                <a:endParaRPr lang="ko-KR" alt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2F428164-6545-4166-BFE4-7EA0ED0A55E2}"/>
                  </a:ext>
                </a:extLst>
              </p:cNvPr>
              <p:cNvSpPr/>
              <p:nvPr/>
            </p:nvSpPr>
            <p:spPr>
              <a:xfrm>
                <a:off x="2305955" y="4169951"/>
                <a:ext cx="284845" cy="17514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188DF716-AE43-4371-89CF-7ACFC2985DFB}"/>
                  </a:ext>
                </a:extLst>
              </p:cNvPr>
              <p:cNvSpPr/>
              <p:nvPr/>
            </p:nvSpPr>
            <p:spPr>
              <a:xfrm>
                <a:off x="2965751" y="4169951"/>
                <a:ext cx="355118" cy="17514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" name="왼쪽 대괄호 22">
                <a:extLst>
                  <a:ext uri="{FF2B5EF4-FFF2-40B4-BE49-F238E27FC236}">
                    <a16:creationId xmlns:a16="http://schemas.microsoft.com/office/drawing/2014/main" id="{5C48B8C3-20BE-49C8-B4D7-0F462CB4EDEC}"/>
                  </a:ext>
                </a:extLst>
              </p:cNvPr>
              <p:cNvSpPr/>
              <p:nvPr/>
            </p:nvSpPr>
            <p:spPr>
              <a:xfrm rot="16200000">
                <a:off x="2685173" y="4121249"/>
                <a:ext cx="211666" cy="685257"/>
              </a:xfrm>
              <a:prstGeom prst="leftBracke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120DD7D-C2EC-4D99-ACBA-F212672E99F1}"/>
                  </a:ext>
                </a:extLst>
              </p:cNvPr>
              <p:cNvSpPr txBox="1"/>
              <p:nvPr/>
            </p:nvSpPr>
            <p:spPr>
              <a:xfrm>
                <a:off x="2599267" y="4328157"/>
                <a:ext cx="15941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b="1" dirty="0" err="1">
                    <a:solidFill>
                      <a:srgbClr val="FF0000"/>
                    </a:solidFill>
                  </a:rPr>
                  <a:t>볼드체</a:t>
                </a:r>
                <a:endParaRPr lang="ko-KR" altLang="en-US" sz="1200" b="1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5A2EDC3-2840-416B-AE72-0D9E977C68A5}"/>
                </a:ext>
              </a:extLst>
            </p:cNvPr>
            <p:cNvCxnSpPr>
              <a:cxnSpLocks/>
            </p:cNvCxnSpPr>
            <p:nvPr/>
          </p:nvCxnSpPr>
          <p:spPr>
            <a:xfrm>
              <a:off x="4521201" y="2001708"/>
              <a:ext cx="2082799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55D2159-CF59-44D9-B447-1DB9E9A567F8}"/>
                </a:ext>
              </a:extLst>
            </p:cNvPr>
            <p:cNvSpPr txBox="1"/>
            <p:nvPr/>
          </p:nvSpPr>
          <p:spPr>
            <a:xfrm>
              <a:off x="8209939" y="94492"/>
              <a:ext cx="285599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파일의 위치가 매우 중요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!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favicon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파일이 있는 폴더가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.html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파일이 있는 폴더에 속해야 함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ko-KR" altLang="en-US" sz="1200" b="1" dirty="0">
                  <a:solidFill>
                    <a:srgbClr val="FF0000"/>
                  </a:solidFill>
                </a:rPr>
                <a:t>경로가 정확해야 불러올 수 있다 </a:t>
              </a:r>
            </a:p>
          </p:txBody>
        </p:sp>
        <p:sp>
          <p:nvSpPr>
            <p:cNvPr id="31" name="화살표: 위로 굽음 30">
              <a:extLst>
                <a:ext uri="{FF2B5EF4-FFF2-40B4-BE49-F238E27FC236}">
                  <a16:creationId xmlns:a16="http://schemas.microsoft.com/office/drawing/2014/main" id="{310FAF36-EACD-42E7-B5B7-AAAF2162A6F9}"/>
                </a:ext>
              </a:extLst>
            </p:cNvPr>
            <p:cNvSpPr/>
            <p:nvPr/>
          </p:nvSpPr>
          <p:spPr>
            <a:xfrm>
              <a:off x="6934200" y="915664"/>
              <a:ext cx="2743199" cy="1086041"/>
            </a:xfrm>
            <a:prstGeom prst="bentUpArrow">
              <a:avLst>
                <a:gd name="adj1" fmla="val 9408"/>
                <a:gd name="adj2" fmla="val 25000"/>
                <a:gd name="adj3" fmla="val 1954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20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28E899-86D6-4283-B8FD-BF3DB3895A1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7D57DB9-70E9-4B95-84AC-6492381AD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F697FB2-B402-48DF-A45A-854359C8A4B4}"/>
                </a:ext>
              </a:extLst>
            </p:cNvPr>
            <p:cNvSpPr/>
            <p:nvPr/>
          </p:nvSpPr>
          <p:spPr>
            <a:xfrm>
              <a:off x="3962400" y="3315064"/>
              <a:ext cx="2396067" cy="17320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A154020-5A61-4B3F-99AE-E63615387A44}"/>
                </a:ext>
              </a:extLst>
            </p:cNvPr>
            <p:cNvSpPr/>
            <p:nvPr/>
          </p:nvSpPr>
          <p:spPr>
            <a:xfrm>
              <a:off x="3962401" y="5677264"/>
              <a:ext cx="406400" cy="17320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왼쪽 대괄호 5">
              <a:extLst>
                <a:ext uri="{FF2B5EF4-FFF2-40B4-BE49-F238E27FC236}">
                  <a16:creationId xmlns:a16="http://schemas.microsoft.com/office/drawing/2014/main" id="{A0254F25-3EEC-4275-ADD5-D978133AEBB2}"/>
                </a:ext>
              </a:extLst>
            </p:cNvPr>
            <p:cNvSpPr/>
            <p:nvPr/>
          </p:nvSpPr>
          <p:spPr>
            <a:xfrm>
              <a:off x="3759201" y="3401666"/>
              <a:ext cx="211666" cy="2364134"/>
            </a:xfrm>
            <a:prstGeom prst="lef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61EF3B2-D560-44A8-9539-EA90E52D01CB}"/>
                </a:ext>
              </a:extLst>
            </p:cNvPr>
            <p:cNvSpPr/>
            <p:nvPr/>
          </p:nvSpPr>
          <p:spPr>
            <a:xfrm>
              <a:off x="7620000" y="2764730"/>
              <a:ext cx="4368800" cy="24761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7788F95-77CF-41F5-ACB1-0E1DC6B662C7}"/>
                </a:ext>
              </a:extLst>
            </p:cNvPr>
            <p:cNvSpPr/>
            <p:nvPr/>
          </p:nvSpPr>
          <p:spPr>
            <a:xfrm>
              <a:off x="3962400" y="5858936"/>
              <a:ext cx="2396067" cy="17320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0F4460D-2E4B-4DFD-B92B-4DD3772C8B5B}"/>
                </a:ext>
              </a:extLst>
            </p:cNvPr>
            <p:cNvSpPr/>
            <p:nvPr/>
          </p:nvSpPr>
          <p:spPr>
            <a:xfrm>
              <a:off x="7620000" y="5435600"/>
              <a:ext cx="4368800" cy="11599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7D6630CB-1A73-4B9B-B13B-8271C39F4E03}"/>
                </a:ext>
              </a:extLst>
            </p:cNvPr>
            <p:cNvCxnSpPr>
              <a:stCxn id="4" idx="3"/>
            </p:cNvCxnSpPr>
            <p:nvPr/>
          </p:nvCxnSpPr>
          <p:spPr>
            <a:xfrm flipV="1">
              <a:off x="6358467" y="3132667"/>
              <a:ext cx="1261533" cy="26899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5EC8600D-CF21-4C7A-B69B-0570685CB9C5}"/>
                </a:ext>
              </a:extLst>
            </p:cNvPr>
            <p:cNvCxnSpPr/>
            <p:nvPr/>
          </p:nvCxnSpPr>
          <p:spPr>
            <a:xfrm flipV="1">
              <a:off x="6358467" y="5677264"/>
              <a:ext cx="1261533" cy="26899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2B988A-B53E-4B24-9CA3-DB47323414C0}"/>
                </a:ext>
              </a:extLst>
            </p:cNvPr>
            <p:cNvSpPr txBox="1"/>
            <p:nvPr/>
          </p:nvSpPr>
          <p:spPr>
            <a:xfrm>
              <a:off x="6697135" y="3309283"/>
              <a:ext cx="9461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rgbClr val="FF0000"/>
                  </a:solidFill>
                </a:rPr>
                <a:t>영역 구분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,</a:t>
              </a:r>
            </a:p>
            <a:p>
              <a:pPr algn="ctr"/>
              <a:r>
                <a:rPr lang="ko-KR" altLang="en-US" sz="1200" b="1" dirty="0">
                  <a:solidFill>
                    <a:srgbClr val="FF0000"/>
                  </a:solidFill>
                </a:rPr>
                <a:t>영역 색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200" b="1" dirty="0">
                  <a:solidFill>
                    <a:srgbClr val="FF0000"/>
                  </a:solidFill>
                </a:rPr>
                <a:t>지정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4974014-0B58-4021-9936-1FBDF88DDBAE}"/>
                </a:ext>
              </a:extLst>
            </p:cNvPr>
            <p:cNvSpPr txBox="1"/>
            <p:nvPr/>
          </p:nvSpPr>
          <p:spPr>
            <a:xfrm>
              <a:off x="6989233" y="5850468"/>
              <a:ext cx="5863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>
                  <a:solidFill>
                    <a:srgbClr val="FF0000"/>
                  </a:solidFill>
                </a:rPr>
                <a:t>영역 구분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2E2BCD7-A192-46C0-9CAF-78554C9BDF0B}"/>
                </a:ext>
              </a:extLst>
            </p:cNvPr>
            <p:cNvSpPr/>
            <p:nvPr/>
          </p:nvSpPr>
          <p:spPr>
            <a:xfrm>
              <a:off x="3759201" y="2678128"/>
              <a:ext cx="2599266" cy="17320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B7AE0CC0-13BD-4C7A-A383-D603E039A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467" y="2019086"/>
              <a:ext cx="1464733" cy="74639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5DFDED-C682-4076-B4D0-35924FB82B46}"/>
                </a:ext>
              </a:extLst>
            </p:cNvPr>
            <p:cNvSpPr txBox="1"/>
            <p:nvPr/>
          </p:nvSpPr>
          <p:spPr>
            <a:xfrm>
              <a:off x="7575550" y="2084866"/>
              <a:ext cx="716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rgbClr val="FF0000"/>
                  </a:solidFill>
                </a:rPr>
                <a:t>배경색 지정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F80F3CD-F67A-4103-B172-813F93B00B6C}"/>
                </a:ext>
              </a:extLst>
            </p:cNvPr>
            <p:cNvSpPr/>
            <p:nvPr/>
          </p:nvSpPr>
          <p:spPr>
            <a:xfrm>
              <a:off x="4165601" y="3001796"/>
              <a:ext cx="1608666" cy="17320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8F3278EC-9B27-4E24-B35B-04F8A883B4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4267" y="2220930"/>
              <a:ext cx="3969808" cy="89583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9077914-F1A9-4693-97CB-300AEB29E4FE}"/>
                </a:ext>
              </a:extLst>
            </p:cNvPr>
            <p:cNvSpPr txBox="1"/>
            <p:nvPr/>
          </p:nvSpPr>
          <p:spPr>
            <a:xfrm>
              <a:off x="9414932" y="2261998"/>
              <a:ext cx="10752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>
                  <a:solidFill>
                    <a:srgbClr val="FF0000"/>
                  </a:solidFill>
                </a:rPr>
                <a:t>중앙 정렬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7041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>
            <a:extLst>
              <a:ext uri="{FF2B5EF4-FFF2-40B4-BE49-F238E27FC236}">
                <a16:creationId xmlns:a16="http://schemas.microsoft.com/office/drawing/2014/main" id="{DD1F2FFE-C61D-499B-96DD-E229CA9EFA2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44CD7AC-C78E-4F59-933D-A95FC986D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982133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33A9156-8EB9-4B3F-AA86-6610D8950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964659"/>
              <a:ext cx="12192000" cy="5893341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5883525-DD41-424D-8610-9FCE56F322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833"/>
            <a:stretch/>
          </p:blipFill>
          <p:spPr>
            <a:xfrm>
              <a:off x="80591" y="4148668"/>
              <a:ext cx="3195066" cy="2562376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A345E36-9157-4FFC-8942-D57DBE533E94}"/>
                </a:ext>
              </a:extLst>
            </p:cNvPr>
            <p:cNvSpPr/>
            <p:nvPr/>
          </p:nvSpPr>
          <p:spPr>
            <a:xfrm>
              <a:off x="423331" y="2789766"/>
              <a:ext cx="1718733" cy="287867"/>
            </a:xfrm>
            <a:prstGeom prst="rect">
              <a:avLst/>
            </a:prstGeom>
            <a:solidFill>
              <a:srgbClr val="ADADAD"/>
            </a:solidFill>
            <a:ln>
              <a:solidFill>
                <a:srgbClr val="ADAD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01FBA34-A73A-47A8-B9CE-398F05B07CC8}"/>
                </a:ext>
              </a:extLst>
            </p:cNvPr>
            <p:cNvSpPr/>
            <p:nvPr/>
          </p:nvSpPr>
          <p:spPr>
            <a:xfrm>
              <a:off x="9728198" y="4068233"/>
              <a:ext cx="440269" cy="529167"/>
            </a:xfrm>
            <a:prstGeom prst="rect">
              <a:avLst/>
            </a:prstGeom>
            <a:solidFill>
              <a:srgbClr val="ADADAD"/>
            </a:solidFill>
            <a:ln>
              <a:solidFill>
                <a:srgbClr val="ADAD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D8B4579-E4C4-4541-9061-65DD01744C00}"/>
                </a:ext>
              </a:extLst>
            </p:cNvPr>
            <p:cNvSpPr/>
            <p:nvPr/>
          </p:nvSpPr>
          <p:spPr>
            <a:xfrm>
              <a:off x="3407048" y="4068232"/>
              <a:ext cx="1402019" cy="52916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순서도: 수동 입력 13">
              <a:extLst>
                <a:ext uri="{FF2B5EF4-FFF2-40B4-BE49-F238E27FC236}">
                  <a16:creationId xmlns:a16="http://schemas.microsoft.com/office/drawing/2014/main" id="{E2314044-D186-4B76-B633-EDC0F65ED29F}"/>
                </a:ext>
              </a:extLst>
            </p:cNvPr>
            <p:cNvSpPr/>
            <p:nvPr/>
          </p:nvSpPr>
          <p:spPr>
            <a:xfrm rot="5400000">
              <a:off x="653293" y="4302431"/>
              <a:ext cx="1462013" cy="2074333"/>
            </a:xfrm>
            <a:prstGeom prst="flowChartManualInput">
              <a:avLst/>
            </a:prstGeom>
            <a:solidFill>
              <a:srgbClr val="FFD9BE"/>
            </a:solidFill>
            <a:ln>
              <a:solidFill>
                <a:srgbClr val="FFD9B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6371F37-DE02-41E0-9977-8BA36703A74D}"/>
                </a:ext>
              </a:extLst>
            </p:cNvPr>
            <p:cNvSpPr/>
            <p:nvPr/>
          </p:nvSpPr>
          <p:spPr>
            <a:xfrm>
              <a:off x="25399" y="982132"/>
              <a:ext cx="3195066" cy="2878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D2F6BE-39CB-41D6-B0FA-5E1936167153}"/>
                </a:ext>
              </a:extLst>
            </p:cNvPr>
            <p:cNvSpPr txBox="1"/>
            <p:nvPr/>
          </p:nvSpPr>
          <p:spPr>
            <a:xfrm>
              <a:off x="3220465" y="993000"/>
              <a:ext cx="39708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① </a:t>
              </a:r>
              <a:r>
                <a:rPr lang="ko-KR" altLang="en-US" sz="1200" b="1" dirty="0" err="1">
                  <a:solidFill>
                    <a:srgbClr val="FF0000"/>
                  </a:solidFill>
                </a:rPr>
                <a:t>올리고자하는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pdf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파일을 구글 드라이브에 올리기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3723FAF-BCF2-4544-8EBE-22ADA3345915}"/>
                </a:ext>
              </a:extLst>
            </p:cNvPr>
            <p:cNvSpPr/>
            <p:nvPr/>
          </p:nvSpPr>
          <p:spPr>
            <a:xfrm>
              <a:off x="9846733" y="4741332"/>
              <a:ext cx="900598" cy="34713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736D25-7B33-4F6D-B9B8-DA91F56748E3}"/>
                </a:ext>
              </a:extLst>
            </p:cNvPr>
            <p:cNvSpPr txBox="1"/>
            <p:nvPr/>
          </p:nvSpPr>
          <p:spPr>
            <a:xfrm>
              <a:off x="9846733" y="4458899"/>
              <a:ext cx="10879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②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click!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6C9895E-8D04-43E7-934C-5F82879A6E58}"/>
                </a:ext>
              </a:extLst>
            </p:cNvPr>
            <p:cNvSpPr/>
            <p:nvPr/>
          </p:nvSpPr>
          <p:spPr>
            <a:xfrm>
              <a:off x="3444046" y="4992462"/>
              <a:ext cx="2296354" cy="5291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62F2AD-0092-49CF-9865-498294B65DE8}"/>
                </a:ext>
              </a:extLst>
            </p:cNvPr>
            <p:cNvSpPr txBox="1"/>
            <p:nvPr/>
          </p:nvSpPr>
          <p:spPr>
            <a:xfrm>
              <a:off x="4484112" y="4704596"/>
              <a:ext cx="1443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③ 공개 범위 수정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F0EFFDF-5AD3-4F9C-96B0-4CF18BF18BFA}"/>
                </a:ext>
              </a:extLst>
            </p:cNvPr>
            <p:cNvSpPr txBox="1"/>
            <p:nvPr/>
          </p:nvSpPr>
          <p:spPr>
            <a:xfrm>
              <a:off x="4424844" y="5807754"/>
              <a:ext cx="16164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④ 링크 복사해두기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1E91322-F94C-4AD4-AA2F-A15116BBD08F}"/>
                </a:ext>
              </a:extLst>
            </p:cNvPr>
            <p:cNvSpPr/>
            <p:nvPr/>
          </p:nvSpPr>
          <p:spPr>
            <a:xfrm>
              <a:off x="3482930" y="5764504"/>
              <a:ext cx="941914" cy="3202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215437C-5A82-4300-A69C-11D0246F0FDE}"/>
                </a:ext>
              </a:extLst>
            </p:cNvPr>
            <p:cNvSpPr/>
            <p:nvPr/>
          </p:nvSpPr>
          <p:spPr>
            <a:xfrm>
              <a:off x="6461437" y="5764504"/>
              <a:ext cx="582829" cy="3202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E8AEE18-0933-41A1-A81D-9B44C72D9642}"/>
                </a:ext>
              </a:extLst>
            </p:cNvPr>
            <p:cNvSpPr txBox="1"/>
            <p:nvPr/>
          </p:nvSpPr>
          <p:spPr>
            <a:xfrm>
              <a:off x="6461437" y="5487505"/>
              <a:ext cx="10879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⑤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click!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E065F5E-5537-4327-BB29-B830C6BFED4F}"/>
                </a:ext>
              </a:extLst>
            </p:cNvPr>
            <p:cNvCxnSpPr>
              <a:cxnSpLocks/>
            </p:cNvCxnSpPr>
            <p:nvPr/>
          </p:nvCxnSpPr>
          <p:spPr>
            <a:xfrm>
              <a:off x="4484112" y="491066"/>
              <a:ext cx="331368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283B1C6D-6248-408D-91FA-43720C6EA366}"/>
                </a:ext>
              </a:extLst>
            </p:cNvPr>
            <p:cNvCxnSpPr>
              <a:cxnSpLocks/>
            </p:cNvCxnSpPr>
            <p:nvPr/>
          </p:nvCxnSpPr>
          <p:spPr>
            <a:xfrm>
              <a:off x="7887712" y="491066"/>
              <a:ext cx="70595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4EDF8777-365E-44E6-AF6E-DEE0380AD9DE}"/>
                </a:ext>
              </a:extLst>
            </p:cNvPr>
            <p:cNvCxnSpPr>
              <a:cxnSpLocks/>
            </p:cNvCxnSpPr>
            <p:nvPr/>
          </p:nvCxnSpPr>
          <p:spPr>
            <a:xfrm>
              <a:off x="8751312" y="491066"/>
              <a:ext cx="233155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화살표: 위로 구부러짐 33">
              <a:extLst>
                <a:ext uri="{FF2B5EF4-FFF2-40B4-BE49-F238E27FC236}">
                  <a16:creationId xmlns:a16="http://schemas.microsoft.com/office/drawing/2014/main" id="{6E16086F-1CE7-4E9B-9838-9B02B4639AFE}"/>
                </a:ext>
              </a:extLst>
            </p:cNvPr>
            <p:cNvSpPr/>
            <p:nvPr/>
          </p:nvSpPr>
          <p:spPr>
            <a:xfrm rot="17147443">
              <a:off x="4013746" y="3020363"/>
              <a:ext cx="5739882" cy="444500"/>
            </a:xfrm>
            <a:prstGeom prst="curved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5D2C7FA-ABE1-467C-B984-85DFC9E0CD25}"/>
                </a:ext>
              </a:extLst>
            </p:cNvPr>
            <p:cNvSpPr txBox="1"/>
            <p:nvPr/>
          </p:nvSpPr>
          <p:spPr>
            <a:xfrm>
              <a:off x="7471066" y="1295462"/>
              <a:ext cx="15392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추출해둔 링크에서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ID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찾아서 입력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C3E5C18-4054-4D17-A076-F83596544981}"/>
                </a:ext>
              </a:extLst>
            </p:cNvPr>
            <p:cNvSpPr txBox="1"/>
            <p:nvPr/>
          </p:nvSpPr>
          <p:spPr>
            <a:xfrm>
              <a:off x="9178011" y="492327"/>
              <a:ext cx="15392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>
                  <a:solidFill>
                    <a:srgbClr val="FF0000"/>
                  </a:solidFill>
                </a:rPr>
                <a:t>사이즈 지정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F99C595-41E9-4CFB-9076-D7D4D6F58638}"/>
                </a:ext>
              </a:extLst>
            </p:cNvPr>
            <p:cNvSpPr txBox="1"/>
            <p:nvPr/>
          </p:nvSpPr>
          <p:spPr>
            <a:xfrm>
              <a:off x="7493908" y="492327"/>
              <a:ext cx="15392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rgbClr val="FF0000"/>
                  </a:solidFill>
                </a:rPr>
                <a:t>미리보기 형식임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59CE2BD-A82D-49A3-8AED-B4DA58CDC3FE}"/>
                </a:ext>
              </a:extLst>
            </p:cNvPr>
            <p:cNvSpPr/>
            <p:nvPr/>
          </p:nvSpPr>
          <p:spPr>
            <a:xfrm>
              <a:off x="226657" y="4578511"/>
              <a:ext cx="2889076" cy="204242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683D419-64DE-403D-93EE-D841D71C9304}"/>
                </a:ext>
              </a:extLst>
            </p:cNvPr>
            <p:cNvSpPr txBox="1"/>
            <p:nvPr/>
          </p:nvSpPr>
          <p:spPr>
            <a:xfrm>
              <a:off x="862976" y="4308477"/>
              <a:ext cx="16164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>
                  <a:solidFill>
                    <a:srgbClr val="FF0000"/>
                  </a:solidFill>
                </a:rPr>
                <a:t>정상 출력된 모습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844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4366560F-BB24-4965-8D8C-7B803A8C2211}"/>
              </a:ext>
            </a:extLst>
          </p:cNvPr>
          <p:cNvGrpSpPr/>
          <p:nvPr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633C530-679B-4555-800F-AF8584F11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BE5B48A-0A6C-4F6D-95EB-8DA7C90ECAAD}"/>
                </a:ext>
              </a:extLst>
            </p:cNvPr>
            <p:cNvSpPr/>
            <p:nvPr/>
          </p:nvSpPr>
          <p:spPr>
            <a:xfrm>
              <a:off x="10490200" y="470264"/>
              <a:ext cx="228598" cy="2155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F32F7B-950A-4748-91D2-F0D63E6B4524}"/>
                </a:ext>
              </a:extLst>
            </p:cNvPr>
            <p:cNvSpPr txBox="1"/>
            <p:nvPr/>
          </p:nvSpPr>
          <p:spPr>
            <a:xfrm>
              <a:off x="10718798" y="301033"/>
              <a:ext cx="14732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favicon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출력 성공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!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786DDB6-F828-4019-A111-FDEEC970F727}"/>
                </a:ext>
              </a:extLst>
            </p:cNvPr>
            <p:cNvSpPr/>
            <p:nvPr/>
          </p:nvSpPr>
          <p:spPr>
            <a:xfrm>
              <a:off x="406400" y="6109063"/>
              <a:ext cx="6375400" cy="74893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A89BF7-205A-4FAA-97E9-F5489043D155}"/>
                </a:ext>
              </a:extLst>
            </p:cNvPr>
            <p:cNvSpPr txBox="1"/>
            <p:nvPr/>
          </p:nvSpPr>
          <p:spPr>
            <a:xfrm>
              <a:off x="2465916" y="5832064"/>
              <a:ext cx="22563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FF0000"/>
                  </a:solidFill>
                </a:rPr>
                <a:t>PDF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미리보기 정상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출력 성공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!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170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129</Words>
  <Application>Microsoft Office PowerPoint</Application>
  <PresentationFormat>와이드스크린</PresentationFormat>
  <Paragraphs>42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Jonghwan Lee</dc:creator>
  <cp:lastModifiedBy>Jonghwan Lee</cp:lastModifiedBy>
  <cp:revision>12</cp:revision>
  <dcterms:created xsi:type="dcterms:W3CDTF">2025-12-05T13:42:54Z</dcterms:created>
  <dcterms:modified xsi:type="dcterms:W3CDTF">2025-12-05T17:21:26Z</dcterms:modified>
</cp:coreProperties>
</file>