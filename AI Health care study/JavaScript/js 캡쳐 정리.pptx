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9BE"/>
    <a:srgbClr val="FFFFFF"/>
    <a:srgbClr val="ADAD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6B26C9-8B07-44E3-8941-941556CED4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F1D531C-6D5D-40D1-B98D-0907C78107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C53375-BEB7-4057-86BF-A2FAF26DB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7DC5-4659-41A7-8E72-50115BE9D707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5D0952-48FB-4ECE-9367-707DAE301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4A9CF8-DE11-461B-8F2B-D0D30279E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EFC2-53F0-4FFB-8DA1-CEACCFD4E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3928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9586BB-9433-42FF-BBDB-FD99860C5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39664D-A5D4-43E2-95EC-788BE0031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E53FAA-DF75-475B-A18A-2209F51F6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7DC5-4659-41A7-8E72-50115BE9D707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78D566-E706-4205-87D4-A391F7291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B7059C-7E19-4437-9454-8508946C7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EFC2-53F0-4FFB-8DA1-CEACCFD4E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4081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922660-2436-4D2D-89A4-9595B45B6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09ED6C-89B2-4DFF-B601-BDE0E9AF17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7DC211-B830-48D8-BC32-FA15A7119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7DC5-4659-41A7-8E72-50115BE9D707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F104E4-7D90-4F77-9294-4D3AB6988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3952CE-19A7-4C7E-A8A9-05501D48C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EFC2-53F0-4FFB-8DA1-CEACCFD4E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3984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D3D21E-405C-4D93-BEA5-D12FEEB95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137FBB-4EF8-4B48-A384-F09A741E4A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8A3D4C6-3CE7-4A4A-93A7-9BEA66A195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F191DC-F40C-4AC8-A28F-002436BA2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7DC5-4659-41A7-8E72-50115BE9D707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6A8F133-5114-4042-BA6F-403FA47FA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A2F8F93-B1A8-4DA5-A762-43DBB1C4E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EFC2-53F0-4FFB-8DA1-CEACCFD4E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9786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87975E-C788-4D34-B675-46A38B8E6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3499AB0-A686-4086-902B-F9EA931CD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4B65DA9-041B-40D9-B502-250A2F0628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A67F62F-C7D5-441B-87CE-8E58B078DE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83B67DB-1714-497F-96BD-DD5800F75A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2110E42-F508-4439-9FB0-01CC3A1F7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7DC5-4659-41A7-8E72-50115BE9D707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9EC36D3-0684-4F36-B5A0-B9BC2D7FD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424AF99-2FDE-41EB-8623-89F89A948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EFC2-53F0-4FFB-8DA1-CEACCFD4E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7059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3D0BF6-89F0-484F-B696-0436CD627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F51071E-1B1C-4E3B-849A-D66A8E9F4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7DC5-4659-41A7-8E72-50115BE9D707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B7202D4-000D-4E7A-9D93-3A2716EF7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C8A5032-408F-4937-9FED-D8F8DFFAB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EFC2-53F0-4FFB-8DA1-CEACCFD4E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4291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1925235-61B6-4A2B-908F-BE622E70C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7DC5-4659-41A7-8E72-50115BE9D707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FEF0AA6-067D-4DC9-A88D-562AA8F38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0D8CFA-5994-4787-AA5A-A72CF6F7C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EFC2-53F0-4FFB-8DA1-CEACCFD4E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9110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27C497-513B-407E-B043-C009C5FEE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981AE3-A2AA-4C5C-85FB-5590EF712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A2CA3A-3E3E-40C4-8DC1-4341147F98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AB0F01E-4318-4901-B814-42FD70419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7DC5-4659-41A7-8E72-50115BE9D707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46FA80-72DA-4EAB-8F8C-706152200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0F2FDD-7607-411C-94E3-4A7CE209B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EFC2-53F0-4FFB-8DA1-CEACCFD4E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4206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45C86C-EEAE-4B62-868A-DB6428917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33B7363-377D-4440-9E5A-F6711FC203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240D3B5-045B-49A9-9C5F-FBAFC6F5D4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B9B5B70-313F-49FA-B362-F89312FE2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7DC5-4659-41A7-8E72-50115BE9D707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55E9981-433D-4904-8CB3-19248737D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9C38A8-A57F-49D1-880D-90A893414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EFC2-53F0-4FFB-8DA1-CEACCFD4E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4689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0672F2-7C49-4E05-8EDB-AF8F0D3A9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207DD64-E8A2-442E-A850-4300C3DB4D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86450F-86D7-49B5-B112-62434C7EF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7DC5-4659-41A7-8E72-50115BE9D707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44C54C-1543-449B-934F-95CA9A59B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5E8F48-E289-42F8-9657-352EE05C0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EFC2-53F0-4FFB-8DA1-CEACCFD4E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8266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B60A033-B40D-4A6E-8CFB-1A13CC74B5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08473AC-B0BD-4E34-B747-8375DC79A4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E4DAB6-222D-4AA3-8DEF-D98A7875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7DC5-4659-41A7-8E72-50115BE9D707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1B5458-8882-4F74-83AF-43E0E399D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8063B7-503D-4704-A0ED-5A836D093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EFC2-53F0-4FFB-8DA1-CEACCFD4E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872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C4DBC3F-1171-4971-BEC5-BC754E41C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93FFF5-EC3B-47F9-B91D-B589AFF08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F14765-23AF-47DB-A444-7506E46AA7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077DC5-4659-41A7-8E72-50115BE9D707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92FDB1-88F7-4E23-99E7-FA1F6844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7A59A2-EE1A-4508-A4F7-5987AE1EE8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3EEFC2-53F0-4FFB-8DA1-CEACCFD4E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9673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>
            <a:extLst>
              <a:ext uri="{FF2B5EF4-FFF2-40B4-BE49-F238E27FC236}">
                <a16:creationId xmlns:a16="http://schemas.microsoft.com/office/drawing/2014/main" id="{7A8EA0A6-6AC7-49F7-AAD3-BDA5E8F58F83}"/>
              </a:ext>
            </a:extLst>
          </p:cNvPr>
          <p:cNvGrpSpPr/>
          <p:nvPr/>
        </p:nvGrpSpPr>
        <p:grpSpPr>
          <a:xfrm>
            <a:off x="1542414" y="186267"/>
            <a:ext cx="9107171" cy="5992061"/>
            <a:chOff x="1497960" y="0"/>
            <a:chExt cx="9107171" cy="5992061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3F69E07D-6E3E-49C6-B944-0C44EA6007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97960" y="4744112"/>
              <a:ext cx="9107171" cy="1247949"/>
            </a:xfrm>
            <a:prstGeom prst="rect">
              <a:avLst/>
            </a:prstGeom>
          </p:spPr>
        </p:pic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DD6C9E5E-B876-412A-98C2-49CE817B15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97960" y="0"/>
              <a:ext cx="5687219" cy="4744112"/>
            </a:xfrm>
            <a:prstGeom prst="rect">
              <a:avLst/>
            </a:prstGeom>
          </p:spPr>
        </p:pic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D2CAEE8D-6FEB-4218-BF64-969009AD8A82}"/>
                </a:ext>
              </a:extLst>
            </p:cNvPr>
            <p:cNvCxnSpPr>
              <a:cxnSpLocks/>
            </p:cNvCxnSpPr>
            <p:nvPr/>
          </p:nvCxnSpPr>
          <p:spPr>
            <a:xfrm>
              <a:off x="3632200" y="5435600"/>
              <a:ext cx="4461933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6DCAA7A7-537D-49FB-BDD3-05DCE7BFEE62}"/>
                </a:ext>
              </a:extLst>
            </p:cNvPr>
            <p:cNvCxnSpPr>
              <a:cxnSpLocks/>
            </p:cNvCxnSpPr>
            <p:nvPr/>
          </p:nvCxnSpPr>
          <p:spPr>
            <a:xfrm>
              <a:off x="4826000" y="1701800"/>
              <a:ext cx="2175932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0580B996-D175-47A2-B4D9-48B292F12521}"/>
                </a:ext>
              </a:extLst>
            </p:cNvPr>
            <p:cNvCxnSpPr>
              <a:cxnSpLocks/>
            </p:cNvCxnSpPr>
            <p:nvPr/>
          </p:nvCxnSpPr>
          <p:spPr>
            <a:xfrm>
              <a:off x="5020733" y="1955800"/>
              <a:ext cx="2048934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C5D0E7D1-D769-46DB-B526-1C55207F35B8}"/>
                </a:ext>
              </a:extLst>
            </p:cNvPr>
            <p:cNvCxnSpPr>
              <a:cxnSpLocks/>
            </p:cNvCxnSpPr>
            <p:nvPr/>
          </p:nvCxnSpPr>
          <p:spPr>
            <a:xfrm>
              <a:off x="8737322" y="5435600"/>
              <a:ext cx="1685145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0791A8B4-F7DB-48A5-9283-A9FC1D09675C}"/>
                </a:ext>
              </a:extLst>
            </p:cNvPr>
            <p:cNvCxnSpPr>
              <a:cxnSpLocks/>
            </p:cNvCxnSpPr>
            <p:nvPr/>
          </p:nvCxnSpPr>
          <p:spPr>
            <a:xfrm>
              <a:off x="1557546" y="2201334"/>
              <a:ext cx="1570727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BC8478F1-273D-4604-B4B1-EECBAED4F2CF}"/>
                </a:ext>
              </a:extLst>
            </p:cNvPr>
            <p:cNvCxnSpPr>
              <a:cxnSpLocks/>
            </p:cNvCxnSpPr>
            <p:nvPr/>
          </p:nvCxnSpPr>
          <p:spPr>
            <a:xfrm>
              <a:off x="1497960" y="5664200"/>
              <a:ext cx="1287573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81A35733-4583-4AC1-AEF3-1057CE4BBEEB}"/>
                </a:ext>
              </a:extLst>
            </p:cNvPr>
            <p:cNvCxnSpPr>
              <a:cxnSpLocks/>
            </p:cNvCxnSpPr>
            <p:nvPr/>
          </p:nvCxnSpPr>
          <p:spPr>
            <a:xfrm>
              <a:off x="1557546" y="1955800"/>
              <a:ext cx="3141454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E3644C16-7E9B-45DB-BFD0-6B89D333D769}"/>
                </a:ext>
              </a:extLst>
            </p:cNvPr>
            <p:cNvCxnSpPr>
              <a:cxnSpLocks/>
            </p:cNvCxnSpPr>
            <p:nvPr/>
          </p:nvCxnSpPr>
          <p:spPr>
            <a:xfrm>
              <a:off x="1557545" y="2463801"/>
              <a:ext cx="1321122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81C132A7-2696-4EE7-8B49-55BCEAB71FDE}"/>
                </a:ext>
              </a:extLst>
            </p:cNvPr>
            <p:cNvCxnSpPr>
              <a:cxnSpLocks/>
            </p:cNvCxnSpPr>
            <p:nvPr/>
          </p:nvCxnSpPr>
          <p:spPr>
            <a:xfrm>
              <a:off x="6747933" y="2201334"/>
              <a:ext cx="321734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95894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그룹 26">
            <a:extLst>
              <a:ext uri="{FF2B5EF4-FFF2-40B4-BE49-F238E27FC236}">
                <a16:creationId xmlns:a16="http://schemas.microsoft.com/office/drawing/2014/main" id="{A2EA8208-8E4B-4009-8744-167E3AB849F1}"/>
              </a:ext>
            </a:extLst>
          </p:cNvPr>
          <p:cNvGrpSpPr/>
          <p:nvPr/>
        </p:nvGrpSpPr>
        <p:grpSpPr>
          <a:xfrm>
            <a:off x="0" y="0"/>
            <a:ext cx="11728753" cy="6858000"/>
            <a:chOff x="0" y="0"/>
            <a:chExt cx="11728753" cy="6858000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E68B4F5F-5F00-414B-A40F-C7E35F4A2FB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2889"/>
            <a:stretch/>
          </p:blipFill>
          <p:spPr>
            <a:xfrm>
              <a:off x="0" y="0"/>
              <a:ext cx="5864376" cy="6858000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8B77B83C-D66E-46A4-BD10-DD8A0C30601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3416"/>
            <a:stretch/>
          </p:blipFill>
          <p:spPr>
            <a:xfrm>
              <a:off x="5864377" y="0"/>
              <a:ext cx="5864376" cy="6858000"/>
            </a:xfrm>
            <a:prstGeom prst="rect">
              <a:avLst/>
            </a:prstGeom>
          </p:spPr>
        </p:pic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D72D64DC-1CF6-4381-B644-B16F69245B13}"/>
                </a:ext>
              </a:extLst>
            </p:cNvPr>
            <p:cNvSpPr/>
            <p:nvPr/>
          </p:nvSpPr>
          <p:spPr>
            <a:xfrm>
              <a:off x="5999841" y="5577963"/>
              <a:ext cx="2294464" cy="122077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13DC0FB-8949-4C37-A536-F604C0514AC0}"/>
                </a:ext>
              </a:extLst>
            </p:cNvPr>
            <p:cNvSpPr txBox="1"/>
            <p:nvPr/>
          </p:nvSpPr>
          <p:spPr>
            <a:xfrm>
              <a:off x="9228667" y="3010656"/>
              <a:ext cx="2005389" cy="6106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200" b="1" dirty="0">
                  <a:solidFill>
                    <a:srgbClr val="FF0000"/>
                  </a:solidFill>
                </a:rPr>
                <a:t>할당된 값을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3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으로 바꾸자</a:t>
              </a:r>
              <a:endParaRPr lang="en-US" altLang="ko-KR" sz="1200" b="1" dirty="0">
                <a:solidFill>
                  <a:srgbClr val="FF0000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200" b="1" dirty="0">
                  <a:solidFill>
                    <a:srgbClr val="FF0000"/>
                  </a:solidFill>
                </a:rPr>
                <a:t>3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단이 출력됨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CC1B622-8B3E-4A47-ADD3-7E6D06D81024}"/>
                </a:ext>
              </a:extLst>
            </p:cNvPr>
            <p:cNvSpPr/>
            <p:nvPr/>
          </p:nvSpPr>
          <p:spPr>
            <a:xfrm>
              <a:off x="5999840" y="2058914"/>
              <a:ext cx="2294464" cy="190348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E70649B-5788-44E4-8845-009A28E882B7}"/>
                </a:ext>
              </a:extLst>
            </p:cNvPr>
            <p:cNvSpPr/>
            <p:nvPr/>
          </p:nvSpPr>
          <p:spPr>
            <a:xfrm>
              <a:off x="84670" y="2058914"/>
              <a:ext cx="2294464" cy="190348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1CAF4BC4-AE01-48DB-A29C-212D2D9796A5}"/>
                </a:ext>
              </a:extLst>
            </p:cNvPr>
            <p:cNvSpPr/>
            <p:nvPr/>
          </p:nvSpPr>
          <p:spPr>
            <a:xfrm>
              <a:off x="84669" y="5577963"/>
              <a:ext cx="2294464" cy="122077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3" name="화살표: 아래로 구부러짐 22">
              <a:extLst>
                <a:ext uri="{FF2B5EF4-FFF2-40B4-BE49-F238E27FC236}">
                  <a16:creationId xmlns:a16="http://schemas.microsoft.com/office/drawing/2014/main" id="{993230EC-BBA9-43B3-9504-6FC6A332B7B2}"/>
                </a:ext>
              </a:extLst>
            </p:cNvPr>
            <p:cNvSpPr/>
            <p:nvPr/>
          </p:nvSpPr>
          <p:spPr>
            <a:xfrm rot="5400000">
              <a:off x="1172150" y="4037271"/>
              <a:ext cx="3605346" cy="1191381"/>
            </a:xfrm>
            <a:prstGeom prst="curved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4" name="화살표: 아래로 구부러짐 23">
              <a:extLst>
                <a:ext uri="{FF2B5EF4-FFF2-40B4-BE49-F238E27FC236}">
                  <a16:creationId xmlns:a16="http://schemas.microsoft.com/office/drawing/2014/main" id="{4C5405F7-C8E4-471C-B8EF-57194C86FEA3}"/>
                </a:ext>
              </a:extLst>
            </p:cNvPr>
            <p:cNvSpPr/>
            <p:nvPr/>
          </p:nvSpPr>
          <p:spPr>
            <a:xfrm rot="5400000">
              <a:off x="7087323" y="4037271"/>
              <a:ext cx="3605346" cy="1191381"/>
            </a:xfrm>
            <a:prstGeom prst="curved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09F26114-82A8-4CA6-87C5-0EAF0E295C4B}"/>
                </a:ext>
              </a:extLst>
            </p:cNvPr>
            <p:cNvSpPr/>
            <p:nvPr/>
          </p:nvSpPr>
          <p:spPr>
            <a:xfrm>
              <a:off x="1482395" y="2058914"/>
              <a:ext cx="226177" cy="22273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6D7A911D-AE84-4A68-BD2E-1A2F9A424F29}"/>
                </a:ext>
              </a:extLst>
            </p:cNvPr>
            <p:cNvSpPr/>
            <p:nvPr/>
          </p:nvSpPr>
          <p:spPr>
            <a:xfrm>
              <a:off x="7355423" y="2058914"/>
              <a:ext cx="226177" cy="22273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30975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20861C76-EA91-45EC-AE7D-1D618E4D3937}"/>
              </a:ext>
            </a:extLst>
          </p:cNvPr>
          <p:cNvGrpSpPr/>
          <p:nvPr/>
        </p:nvGrpSpPr>
        <p:grpSpPr>
          <a:xfrm>
            <a:off x="0" y="0"/>
            <a:ext cx="7460901" cy="6858000"/>
            <a:chOff x="0" y="0"/>
            <a:chExt cx="7460901" cy="6858000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43C0845F-312B-440A-9468-2B8160EFB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7460901" cy="6858000"/>
            </a:xfrm>
            <a:prstGeom prst="rect">
              <a:avLst/>
            </a:prstGeom>
          </p:spPr>
        </p:pic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421EF6F0-F119-49F2-826A-4F63DA5A06A9}"/>
                </a:ext>
              </a:extLst>
            </p:cNvPr>
            <p:cNvSpPr/>
            <p:nvPr/>
          </p:nvSpPr>
          <p:spPr>
            <a:xfrm>
              <a:off x="144726" y="4322360"/>
              <a:ext cx="2294464" cy="116404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5532BC3-DCB6-4739-A7E2-3E8117CA9EDE}"/>
                </a:ext>
              </a:extLst>
            </p:cNvPr>
            <p:cNvSpPr txBox="1"/>
            <p:nvPr/>
          </p:nvSpPr>
          <p:spPr>
            <a:xfrm>
              <a:off x="3117668" y="6084397"/>
              <a:ext cx="879627" cy="333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200" b="1" dirty="0">
                  <a:solidFill>
                    <a:srgbClr val="FF0000"/>
                  </a:solidFill>
                </a:rPr>
                <a:t>3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단 출력</a:t>
              </a: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85F1F674-CCCC-4A8E-A06B-2953251E76CD}"/>
                </a:ext>
              </a:extLst>
            </p:cNvPr>
            <p:cNvSpPr/>
            <p:nvPr/>
          </p:nvSpPr>
          <p:spPr>
            <a:xfrm>
              <a:off x="583110" y="2392854"/>
              <a:ext cx="2294464" cy="1980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548B5F9B-8D92-481F-9193-C95F112C939A}"/>
                </a:ext>
              </a:extLst>
            </p:cNvPr>
            <p:cNvSpPr/>
            <p:nvPr/>
          </p:nvSpPr>
          <p:spPr>
            <a:xfrm>
              <a:off x="1825482" y="526206"/>
              <a:ext cx="438747" cy="1980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9AFE3B72-15E8-4E35-808C-337573AA13F7}"/>
                </a:ext>
              </a:extLst>
            </p:cNvPr>
            <p:cNvSpPr/>
            <p:nvPr/>
          </p:nvSpPr>
          <p:spPr>
            <a:xfrm>
              <a:off x="583110" y="2590854"/>
              <a:ext cx="2294464" cy="1980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649617B3-F19D-4FB2-98A9-6542938D16BC}"/>
                </a:ext>
              </a:extLst>
            </p:cNvPr>
            <p:cNvSpPr/>
            <p:nvPr/>
          </p:nvSpPr>
          <p:spPr>
            <a:xfrm>
              <a:off x="144726" y="5502377"/>
              <a:ext cx="2294464" cy="116404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7" name="화살표: 아래로 구부러짐 36">
              <a:extLst>
                <a:ext uri="{FF2B5EF4-FFF2-40B4-BE49-F238E27FC236}">
                  <a16:creationId xmlns:a16="http://schemas.microsoft.com/office/drawing/2014/main" id="{0009A92B-CDEA-4E71-B82C-5638C8BDF864}"/>
                </a:ext>
              </a:extLst>
            </p:cNvPr>
            <p:cNvSpPr/>
            <p:nvPr/>
          </p:nvSpPr>
          <p:spPr>
            <a:xfrm rot="5400000">
              <a:off x="1826286" y="3707338"/>
              <a:ext cx="3705441" cy="1559563"/>
            </a:xfrm>
            <a:prstGeom prst="curvedDownArrow">
              <a:avLst>
                <a:gd name="adj1" fmla="val 7731"/>
                <a:gd name="adj2" fmla="val 32358"/>
                <a:gd name="adj3" fmla="val 14766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화살표: 아래로 구부러짐 32">
              <a:extLst>
                <a:ext uri="{FF2B5EF4-FFF2-40B4-BE49-F238E27FC236}">
                  <a16:creationId xmlns:a16="http://schemas.microsoft.com/office/drawing/2014/main" id="{0268DF2F-9B9F-4F2B-B7B4-1BDC0D07EC0D}"/>
                </a:ext>
              </a:extLst>
            </p:cNvPr>
            <p:cNvSpPr/>
            <p:nvPr/>
          </p:nvSpPr>
          <p:spPr>
            <a:xfrm rot="5400000">
              <a:off x="2152798" y="3165412"/>
              <a:ext cx="2684241" cy="1191381"/>
            </a:xfrm>
            <a:prstGeom prst="curvedDownArrow">
              <a:avLst>
                <a:gd name="adj1" fmla="val 7731"/>
                <a:gd name="adj2" fmla="val 32358"/>
                <a:gd name="adj3" fmla="val 14766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A758780-FFF1-4308-B69D-655D4BBC1DDE}"/>
                </a:ext>
              </a:extLst>
            </p:cNvPr>
            <p:cNvSpPr txBox="1"/>
            <p:nvPr/>
          </p:nvSpPr>
          <p:spPr>
            <a:xfrm>
              <a:off x="3117667" y="4902083"/>
              <a:ext cx="879627" cy="333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200" b="1" dirty="0">
                  <a:solidFill>
                    <a:srgbClr val="FF0000"/>
                  </a:solidFill>
                </a:rPr>
                <a:t>2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단 출력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9209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그룹 33">
            <a:extLst>
              <a:ext uri="{FF2B5EF4-FFF2-40B4-BE49-F238E27FC236}">
                <a16:creationId xmlns:a16="http://schemas.microsoft.com/office/drawing/2014/main" id="{941E0CF2-7CEC-4450-827D-F91AE0AD5585}"/>
              </a:ext>
            </a:extLst>
          </p:cNvPr>
          <p:cNvGrpSpPr/>
          <p:nvPr/>
        </p:nvGrpSpPr>
        <p:grpSpPr>
          <a:xfrm>
            <a:off x="0" y="0"/>
            <a:ext cx="11530148" cy="6858000"/>
            <a:chOff x="0" y="0"/>
            <a:chExt cx="11530148" cy="6858000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0850C40E-F3DF-4D4D-87BD-137245927E0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2759"/>
            <a:stretch/>
          </p:blipFill>
          <p:spPr>
            <a:xfrm>
              <a:off x="0" y="0"/>
              <a:ext cx="5765074" cy="6858000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631A3256-30D0-46B0-9FC1-D55B71B874B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3021"/>
            <a:stretch/>
          </p:blipFill>
          <p:spPr>
            <a:xfrm>
              <a:off x="5765074" y="0"/>
              <a:ext cx="5765074" cy="685800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074E2AD-63DC-46CE-95D4-27C5A2B5D6A0}"/>
                </a:ext>
              </a:extLst>
            </p:cNvPr>
            <p:cNvSpPr/>
            <p:nvPr/>
          </p:nvSpPr>
          <p:spPr>
            <a:xfrm>
              <a:off x="1735305" y="1558834"/>
              <a:ext cx="1687164" cy="24384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A3E3332D-8A93-4729-AAD9-BB3E156BE0BE}"/>
                </a:ext>
              </a:extLst>
            </p:cNvPr>
            <p:cNvSpPr/>
            <p:nvPr/>
          </p:nvSpPr>
          <p:spPr>
            <a:xfrm>
              <a:off x="1735305" y="2059576"/>
              <a:ext cx="1687164" cy="24384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오른쪽 대괄호 7">
              <a:extLst>
                <a:ext uri="{FF2B5EF4-FFF2-40B4-BE49-F238E27FC236}">
                  <a16:creationId xmlns:a16="http://schemas.microsoft.com/office/drawing/2014/main" id="{13D75E7E-DB94-4402-90B5-D36EBD527C5B}"/>
                </a:ext>
              </a:extLst>
            </p:cNvPr>
            <p:cNvSpPr/>
            <p:nvPr/>
          </p:nvSpPr>
          <p:spPr>
            <a:xfrm>
              <a:off x="3422469" y="1680754"/>
              <a:ext cx="330925" cy="513806"/>
            </a:xfrm>
            <a:prstGeom prst="rightBracket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" name="연결선: 꺾임 9">
              <a:extLst>
                <a:ext uri="{FF2B5EF4-FFF2-40B4-BE49-F238E27FC236}">
                  <a16:creationId xmlns:a16="http://schemas.microsoft.com/office/drawing/2014/main" id="{892855F2-1D81-435C-B17F-0F35998EBE97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516085" y="2174965"/>
              <a:ext cx="2590800" cy="2116183"/>
            </a:xfrm>
            <a:prstGeom prst="bentConnector3">
              <a:avLst>
                <a:gd name="adj1" fmla="val 50000"/>
              </a:avLst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CD625D47-6DC0-4E8C-BE13-85B24A6182A3}"/>
                </a:ext>
              </a:extLst>
            </p:cNvPr>
            <p:cNvSpPr/>
            <p:nvPr/>
          </p:nvSpPr>
          <p:spPr>
            <a:xfrm>
              <a:off x="5765074" y="4515393"/>
              <a:ext cx="435427" cy="24384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237A3AA-E828-441C-8717-926314C6A041}"/>
                </a:ext>
              </a:extLst>
            </p:cNvPr>
            <p:cNvSpPr txBox="1"/>
            <p:nvPr/>
          </p:nvSpPr>
          <p:spPr>
            <a:xfrm>
              <a:off x="3753392" y="2615909"/>
              <a:ext cx="2116184" cy="6106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200" b="1" dirty="0">
                  <a:solidFill>
                    <a:srgbClr val="FF0000"/>
                  </a:solidFill>
                </a:rPr>
                <a:t>잘못된 조건식 작성에 따른 </a:t>
              </a:r>
              <a:r>
                <a:rPr lang="ko-KR" altLang="en-US" sz="1200" b="1" dirty="0" err="1">
                  <a:solidFill>
                    <a:srgbClr val="FF0000"/>
                  </a:solidFill>
                </a:rPr>
                <a:t>출력값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2ABB06D-4B92-4086-8A36-39E8160E8A02}"/>
                </a:ext>
              </a:extLst>
            </p:cNvPr>
            <p:cNvSpPr txBox="1"/>
            <p:nvPr/>
          </p:nvSpPr>
          <p:spPr>
            <a:xfrm>
              <a:off x="8107679" y="766355"/>
              <a:ext cx="33266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>
                  <a:solidFill>
                    <a:srgbClr val="FF0000"/>
                  </a:solidFill>
                </a:rPr>
                <a:t>첫 번째 조건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false 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→ 두 번째 조건으로 이동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74E873B-DFE5-4366-91C0-CE0A099018A3}"/>
                </a:ext>
              </a:extLst>
            </p:cNvPr>
            <p:cNvSpPr txBox="1"/>
            <p:nvPr/>
          </p:nvSpPr>
          <p:spPr>
            <a:xfrm>
              <a:off x="8107679" y="1095608"/>
              <a:ext cx="33266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>
                  <a:solidFill>
                    <a:srgbClr val="FF0000"/>
                  </a:solidFill>
                </a:rPr>
                <a:t>두 번째 조건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false 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→ 세 번째 조건으로 이동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F55A25A-6DC0-40EF-91EE-12C65FF97D11}"/>
                </a:ext>
              </a:extLst>
            </p:cNvPr>
            <p:cNvSpPr txBox="1"/>
            <p:nvPr/>
          </p:nvSpPr>
          <p:spPr>
            <a:xfrm>
              <a:off x="8107679" y="1420334"/>
              <a:ext cx="34224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>
                  <a:solidFill>
                    <a:srgbClr val="FF0000"/>
                  </a:solidFill>
                </a:rPr>
                <a:t>세 번째 조건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false 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→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false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일 때의 </a:t>
              </a:r>
              <a:r>
                <a:rPr lang="ko-KR" altLang="en-US" sz="1200" b="1" dirty="0" err="1">
                  <a:solidFill>
                    <a:srgbClr val="FF0000"/>
                  </a:solidFill>
                </a:rPr>
                <a:t>출력값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 출력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1C83F0D0-A018-411F-B155-D8C5C0694BB8}"/>
                </a:ext>
              </a:extLst>
            </p:cNvPr>
            <p:cNvSpPr/>
            <p:nvPr/>
          </p:nvSpPr>
          <p:spPr>
            <a:xfrm>
              <a:off x="7168303" y="557349"/>
              <a:ext cx="399446" cy="14804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81164BF7-9914-4314-9626-0ABB3360CE1B}"/>
                </a:ext>
              </a:extLst>
            </p:cNvPr>
            <p:cNvSpPr/>
            <p:nvPr/>
          </p:nvSpPr>
          <p:spPr>
            <a:xfrm>
              <a:off x="1930097" y="830831"/>
              <a:ext cx="456051" cy="21252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071CB3F0-553E-43A4-A800-8C1FCA88E141}"/>
                </a:ext>
              </a:extLst>
            </p:cNvPr>
            <p:cNvSpPr/>
            <p:nvPr/>
          </p:nvSpPr>
          <p:spPr>
            <a:xfrm>
              <a:off x="170966" y="6408671"/>
              <a:ext cx="456051" cy="21252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3A085A38-496D-49C0-8649-CC8C639A3FD8}"/>
                </a:ext>
              </a:extLst>
            </p:cNvPr>
            <p:cNvCxnSpPr>
              <a:endCxn id="24" idx="0"/>
            </p:cNvCxnSpPr>
            <p:nvPr/>
          </p:nvCxnSpPr>
          <p:spPr>
            <a:xfrm flipH="1">
              <a:off x="398991" y="1043354"/>
              <a:ext cx="1531106" cy="536531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74B327A-E974-4DCE-8241-CFEF38198414}"/>
                </a:ext>
              </a:extLst>
            </p:cNvPr>
            <p:cNvSpPr txBox="1"/>
            <p:nvPr/>
          </p:nvSpPr>
          <p:spPr>
            <a:xfrm>
              <a:off x="523781" y="5862531"/>
              <a:ext cx="944882" cy="333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200" b="1" dirty="0">
                  <a:solidFill>
                    <a:srgbClr val="FF0000"/>
                  </a:solidFill>
                </a:rPr>
                <a:t>정상 출력</a:t>
              </a: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7E4F94F0-1EE7-48A1-A777-9C936D301425}"/>
                </a:ext>
              </a:extLst>
            </p:cNvPr>
            <p:cNvSpPr/>
            <p:nvPr/>
          </p:nvSpPr>
          <p:spPr>
            <a:xfrm>
              <a:off x="5765074" y="5327468"/>
              <a:ext cx="435427" cy="24384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32" name="직선 화살표 연결선 31">
              <a:extLst>
                <a:ext uri="{FF2B5EF4-FFF2-40B4-BE49-F238E27FC236}">
                  <a16:creationId xmlns:a16="http://schemas.microsoft.com/office/drawing/2014/main" id="{38FF6676-DEA6-4117-8EEE-35C1F160A1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05657" y="1697333"/>
              <a:ext cx="3565359" cy="375205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79148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49</Words>
  <Application>Microsoft Office PowerPoint</Application>
  <PresentationFormat>와이드스크린</PresentationFormat>
  <Paragraphs>9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Jonghwan Lee</dc:creator>
  <cp:lastModifiedBy>Jonghwan Lee</cp:lastModifiedBy>
  <cp:revision>16</cp:revision>
  <dcterms:created xsi:type="dcterms:W3CDTF">2025-12-05T13:42:54Z</dcterms:created>
  <dcterms:modified xsi:type="dcterms:W3CDTF">2025-12-09T10:12:55Z</dcterms:modified>
</cp:coreProperties>
</file>